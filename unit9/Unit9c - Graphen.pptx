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1" r:id="rId2"/>
    <p:sldId id="303" r:id="rId3"/>
    <p:sldId id="305" r:id="rId4"/>
    <p:sldId id="311" r:id="rId5"/>
    <p:sldId id="313" r:id="rId6"/>
    <p:sldId id="306" r:id="rId7"/>
    <p:sldId id="314" r:id="rId8"/>
    <p:sldId id="315" r:id="rId9"/>
    <p:sldId id="316" r:id="rId10"/>
    <p:sldId id="307" r:id="rId11"/>
    <p:sldId id="317" r:id="rId12"/>
    <p:sldId id="318" r:id="rId13"/>
    <p:sldId id="319" r:id="rId14"/>
    <p:sldId id="308" r:id="rId15"/>
    <p:sldId id="320" r:id="rId16"/>
    <p:sldId id="321" r:id="rId17"/>
    <p:sldId id="322" r:id="rId18"/>
    <p:sldId id="309" r:id="rId19"/>
    <p:sldId id="323" r:id="rId20"/>
    <p:sldId id="324" r:id="rId21"/>
    <p:sldId id="325" r:id="rId22"/>
    <p:sldId id="310" r:id="rId23"/>
    <p:sldId id="326" r:id="rId24"/>
    <p:sldId id="327" r:id="rId25"/>
    <p:sldId id="328" r:id="rId26"/>
    <p:sldId id="329" r:id="rId27"/>
    <p:sldId id="304" r:id="rId28"/>
  </p:sldIdLst>
  <p:sldSz cx="9144000" cy="5143500" type="screen16x9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2D1"/>
    <a:srgbClr val="C00000"/>
    <a:srgbClr val="DCDCDC"/>
    <a:srgbClr val="323232"/>
    <a:srgbClr val="000000"/>
    <a:srgbClr val="B1063A"/>
    <a:srgbClr val="FFFFFF"/>
    <a:srgbClr val="FFFF00"/>
    <a:srgbClr val="FBFCFC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3"/>
    <p:restoredTop sz="93989"/>
  </p:normalViewPr>
  <p:slideViewPr>
    <p:cSldViewPr snapToObjects="1" showGuides="1">
      <p:cViewPr varScale="1">
        <p:scale>
          <a:sx n="140" d="100"/>
          <a:sy n="140" d="100"/>
        </p:scale>
        <p:origin x="208" y="504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6/25/24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6/25/24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40988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3656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8551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7847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230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9344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0601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9c – Graphen mit Kantengewichten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/27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PI-Artificial-Intelligence-Teaching/programmiertechnik-ii/blob/main/unit9/edge.h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programmiertechnik-ii/blob/main/unit9/weighted_graph.h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programmiertechnik-ii/blob/main/unit9/weighted_digraph.h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hyperlink" Target="https://github.com/HPI-Artificial-Intelligence-Teaching/programmiertechnik-ii/blob/main/unit9/prim.h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programmiertechnik-ii/blob/main/unit9/dijkstra.h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hyperlink" Target="https://github.com/HPI-Artificial-Intelligence-Teaching/programmiertechnik-ii/blob/main/unit9/bellman_ford.h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programmiertechnik-ii/blob/main/unit9/bellman_ford.h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Graphen </a:t>
            </a:r>
            <a:r>
              <a:rPr lang="de-DE"/>
              <a:t>mit Kantengewichten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b="1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63660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A08CA84-3E4E-D723-9971-2F21BE9635C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557447" cy="3563938"/>
              </a:xfrm>
            </p:spPr>
            <p:txBody>
              <a:bodyPr/>
              <a:lstStyle/>
              <a:p>
                <a:r>
                  <a:rPr lang="de-DE" b="1" noProof="0" dirty="0"/>
                  <a:t>Definition (Graph)</a:t>
                </a:r>
                <a:r>
                  <a:rPr lang="de-DE" dirty="0"/>
                  <a:t>.</a:t>
                </a:r>
                <a:r>
                  <a:rPr lang="de-DE" noProof="0" dirty="0"/>
                  <a:t> Ein </a:t>
                </a:r>
                <a:r>
                  <a:rPr lang="de-DE" b="1" noProof="0" dirty="0"/>
                  <a:t>Graph</a:t>
                </a:r>
                <a:r>
                  <a:rPr lang="de-DE" noProof="0" dirty="0"/>
                  <a:t>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noProof="0" dirty="0"/>
                  <a:t> besteht aus einer Menge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noProof="0" dirty="0"/>
                  <a:t> von Knoten (</a:t>
                </a:r>
                <a:r>
                  <a:rPr lang="de-DE" i="1" dirty="0"/>
                  <a:t>vertices, nodes</a:t>
                </a:r>
                <a:r>
                  <a:rPr lang="de-DE" noProof="0" dirty="0"/>
                  <a:t>) und einer Menge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de-DE" i="1" noProof="0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  <m:r>
                      <a:rPr lang="de-DE" b="0" i="1" noProof="0" dirty="0" smtClean="0">
                        <a:latin typeface="Cambria Math" panose="02040503050406030204" pitchFamily="18" charset="0"/>
                        <a:sym typeface="Symbol"/>
                      </a:rPr>
                      <m:t>×</m:t>
                    </m:r>
                    <m:r>
                      <a:rPr lang="de-DE" i="1" noProof="0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de-DE" noProof="0" dirty="0"/>
                  <a:t> von Kanten. </a:t>
                </a:r>
              </a:p>
              <a:p>
                <a:r>
                  <a:rPr lang="de-DE" b="1" noProof="0" dirty="0"/>
                  <a:t>Definition (Graph mit Kantengewichten)</a:t>
                </a:r>
                <a:r>
                  <a:rPr lang="de-DE" dirty="0"/>
                  <a:t>. Ein Graph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noProof="0" dirty="0"/>
                  <a:t> hat </a:t>
                </a:r>
                <a:r>
                  <a:rPr lang="de-DE" b="1" noProof="0" dirty="0"/>
                  <a:t>Kantengewichte</a:t>
                </a:r>
                <a:r>
                  <a:rPr lang="de-DE" noProof="0" dirty="0"/>
                  <a:t> genau dann wenn es eine Funktion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DE" noProof="0" dirty="0"/>
                  <a:t> gibt die jeder Kante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noProof="0" dirty="0"/>
                  <a:t> ein Gewicht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DE" noProof="0" dirty="0"/>
                  <a:t> zuordnet.</a:t>
                </a:r>
              </a:p>
              <a:p>
                <a:r>
                  <a:rPr lang="de-DE" b="1" dirty="0"/>
                  <a:t>Kantenrepräsentation</a:t>
                </a:r>
                <a:r>
                  <a:rPr lang="de-DE" dirty="0"/>
                  <a:t>: Für jede Kante wird ein Objekt eines (abstrakten) Datentyps benutzt, der folgende Operationen unterstützt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dirty="0" smtClean="0">
                        <a:latin typeface="Cambria Math" panose="02040503050406030204" pitchFamily="18" charset="0"/>
                      </a:rPr>
                      <m:t>either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de-DE" sz="1200" noProof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dirty="0" smtClean="0">
                        <a:latin typeface="Cambria Math" panose="02040503050406030204" pitchFamily="18" charset="0"/>
                      </a:rPr>
                      <m:t>other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dirty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dirty="0">
                        <a:latin typeface="Cambria Math" panose="02040503050406030204" pitchFamily="18" charset="0"/>
                      </a:rPr>
                      <m:t>to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200" dirty="0">
                        <a:latin typeface="Cambria Math" panose="02040503050406030204" pitchFamily="18" charset="0"/>
                      </a:rPr>
                      <m:t>weight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de-DE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A08CA84-3E4E-D723-9971-2F21BE963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557447" cy="3563938"/>
              </a:xfrm>
              <a:blipFill>
                <a:blip r:embed="rId2"/>
                <a:stretch>
                  <a:fillRect t="-355" r="-557" b="-354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1B26B46-213D-C49D-8664-4EB94015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Graphen mit Kantengewichten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0C3CD7-FEB7-55EF-CD0A-90723706A7BF}"/>
              </a:ext>
            </a:extLst>
          </p:cNvPr>
          <p:cNvCxnSpPr>
            <a:cxnSpLocks/>
            <a:stCxn id="21" idx="7"/>
            <a:endCxn id="18" idx="2"/>
          </p:cNvCxnSpPr>
          <p:nvPr/>
        </p:nvCxnSpPr>
        <p:spPr bwMode="gray">
          <a:xfrm flipV="1">
            <a:off x="5867397" y="1239602"/>
            <a:ext cx="570525" cy="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95D7F2-E97D-7F5D-0ED9-AE2419CA5130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 bwMode="gray">
          <a:xfrm flipV="1">
            <a:off x="6695366" y="1771273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C9966F-F9A9-A012-8649-96DA303C8CEF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 bwMode="gray">
          <a:xfrm>
            <a:off x="6653946" y="1239602"/>
            <a:ext cx="303821" cy="8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515AEC-EA46-F37D-2D62-6864DB1B4347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 bwMode="gray">
          <a:xfrm flipH="1">
            <a:off x="5775203" y="1493814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248E9F-8A8C-032E-0B02-8BB72BF25BA1}"/>
              </a:ext>
            </a:extLst>
          </p:cNvPr>
          <p:cNvCxnSpPr>
            <a:cxnSpLocks/>
            <a:stCxn id="24" idx="1"/>
            <a:endCxn id="21" idx="6"/>
          </p:cNvCxnSpPr>
          <p:nvPr/>
        </p:nvCxnSpPr>
        <p:spPr bwMode="gray">
          <a:xfrm flipH="1" flipV="1">
            <a:off x="5899033" y="1385802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8BA714-E6B3-8015-8DEC-1C9BAEB8A60A}"/>
              </a:ext>
            </a:extLst>
          </p:cNvPr>
          <p:cNvCxnSpPr>
            <a:cxnSpLocks/>
            <a:stCxn id="17" idx="1"/>
            <a:endCxn id="24" idx="5"/>
          </p:cNvCxnSpPr>
          <p:nvPr/>
        </p:nvCxnSpPr>
        <p:spPr bwMode="gray">
          <a:xfrm flipH="1" flipV="1">
            <a:off x="6362525" y="1655493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9B5118-3A8E-2524-ABE9-1FD2A1313433}"/>
              </a:ext>
            </a:extLst>
          </p:cNvPr>
          <p:cNvCxnSpPr>
            <a:cxnSpLocks/>
            <a:stCxn id="17" idx="3"/>
            <a:endCxn id="23" idx="6"/>
          </p:cNvCxnSpPr>
          <p:nvPr/>
        </p:nvCxnSpPr>
        <p:spPr bwMode="gray">
          <a:xfrm flipH="1">
            <a:off x="5883215" y="1958002"/>
            <a:ext cx="627763" cy="2336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56BC81-5FF9-78F6-26A8-BE180C36649A}"/>
              </a:ext>
            </a:extLst>
          </p:cNvPr>
          <p:cNvCxnSpPr>
            <a:cxnSpLocks/>
            <a:stCxn id="24" idx="3"/>
            <a:endCxn id="23" idx="7"/>
          </p:cNvCxnSpPr>
          <p:nvPr/>
        </p:nvCxnSpPr>
        <p:spPr bwMode="gray">
          <a:xfrm flipH="1">
            <a:off x="5851579" y="1655493"/>
            <a:ext cx="358194" cy="459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566400-CD8F-C17A-4931-151F06ACADA1}"/>
              </a:ext>
            </a:extLst>
          </p:cNvPr>
          <p:cNvCxnSpPr>
            <a:cxnSpLocks/>
            <a:stCxn id="20" idx="1"/>
            <a:endCxn id="24" idx="6"/>
          </p:cNvCxnSpPr>
          <p:nvPr/>
        </p:nvCxnSpPr>
        <p:spPr bwMode="gray">
          <a:xfrm flipH="1" flipV="1">
            <a:off x="6394161" y="1579117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FA2C6B-7AA2-5235-A07D-2A0B8ED531C6}"/>
              </a:ext>
            </a:extLst>
          </p:cNvPr>
          <p:cNvCxnSpPr>
            <a:cxnSpLocks/>
            <a:stCxn id="19" idx="5"/>
            <a:endCxn id="22" idx="0"/>
          </p:cNvCxnSpPr>
          <p:nvPr/>
        </p:nvCxnSpPr>
        <p:spPr bwMode="gray">
          <a:xfrm>
            <a:off x="7142155" y="1402516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81AFEE-52D9-2613-0987-654A8D3D0019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 bwMode="gray">
          <a:xfrm flipH="1">
            <a:off x="5883215" y="2186541"/>
            <a:ext cx="1713121" cy="5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3446BD-6C17-DA8B-7176-A538325D8889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 bwMode="gray">
          <a:xfrm>
            <a:off x="7065779" y="1434152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5B5F12-397C-D63D-2CAD-1E782075A6C3}"/>
              </a:ext>
            </a:extLst>
          </p:cNvPr>
          <p:cNvCxnSpPr>
            <a:cxnSpLocks/>
            <a:stCxn id="24" idx="7"/>
            <a:endCxn id="18" idx="3"/>
          </p:cNvCxnSpPr>
          <p:nvPr/>
        </p:nvCxnSpPr>
        <p:spPr bwMode="gray">
          <a:xfrm flipV="1">
            <a:off x="6362525" y="1315978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6EB51F1-B87E-7498-7FE9-C5343024801B}"/>
              </a:ext>
            </a:extLst>
          </p:cNvPr>
          <p:cNvSpPr/>
          <p:nvPr/>
        </p:nvSpPr>
        <p:spPr bwMode="gray">
          <a:xfrm>
            <a:off x="6479342" y="17736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970A83-6871-8759-E54B-BB2FE24C2594}"/>
              </a:ext>
            </a:extLst>
          </p:cNvPr>
          <p:cNvSpPr/>
          <p:nvPr/>
        </p:nvSpPr>
        <p:spPr bwMode="gray">
          <a:xfrm>
            <a:off x="6437922" y="113159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42C1669-DCA4-D0BF-B0C8-90397B0AB4FE}"/>
              </a:ext>
            </a:extLst>
          </p:cNvPr>
          <p:cNvSpPr/>
          <p:nvPr/>
        </p:nvSpPr>
        <p:spPr bwMode="gray">
          <a:xfrm>
            <a:off x="6957767" y="12181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8C075E3-6E49-A7EB-4E11-0183CEFA0DBF}"/>
              </a:ext>
            </a:extLst>
          </p:cNvPr>
          <p:cNvSpPr/>
          <p:nvPr/>
        </p:nvSpPr>
        <p:spPr bwMode="gray">
          <a:xfrm>
            <a:off x="6971019" y="16632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4FC849-0892-CA94-6F05-927F72D3995D}"/>
              </a:ext>
            </a:extLst>
          </p:cNvPr>
          <p:cNvSpPr/>
          <p:nvPr/>
        </p:nvSpPr>
        <p:spPr bwMode="gray">
          <a:xfrm>
            <a:off x="5683009" y="127779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2783C87-F20E-2CDB-185A-1E9536181DEB}"/>
              </a:ext>
            </a:extLst>
          </p:cNvPr>
          <p:cNvSpPr/>
          <p:nvPr/>
        </p:nvSpPr>
        <p:spPr bwMode="gray">
          <a:xfrm>
            <a:off x="7596336" y="207852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E59848-54E6-7368-90C3-D3AFC77A95E9}"/>
              </a:ext>
            </a:extLst>
          </p:cNvPr>
          <p:cNvSpPr/>
          <p:nvPr/>
        </p:nvSpPr>
        <p:spPr bwMode="gray">
          <a:xfrm>
            <a:off x="5667191" y="208363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CE33F0E-D37C-4B05-350F-DAAB8E19F68D}"/>
              </a:ext>
            </a:extLst>
          </p:cNvPr>
          <p:cNvSpPr/>
          <p:nvPr/>
        </p:nvSpPr>
        <p:spPr bwMode="gray">
          <a:xfrm>
            <a:off x="6178137" y="147110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6D3E57B-C0F1-8BD8-3EA0-5011A95CE5EA}"/>
              </a:ext>
            </a:extLst>
          </p:cNvPr>
          <p:cNvCxnSpPr>
            <a:cxnSpLocks/>
            <a:stCxn id="20" idx="5"/>
            <a:endCxn id="22" idx="1"/>
          </p:cNvCxnSpPr>
          <p:nvPr/>
        </p:nvCxnSpPr>
        <p:spPr bwMode="gray">
          <a:xfrm>
            <a:off x="7155407" y="1847649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BF7EFE9-648F-5269-7152-689E06D2BE09}"/>
              </a:ext>
            </a:extLst>
          </p:cNvPr>
          <p:cNvCxnSpPr>
            <a:cxnSpLocks/>
            <a:stCxn id="17" idx="5"/>
            <a:endCxn id="22" idx="2"/>
          </p:cNvCxnSpPr>
          <p:nvPr/>
        </p:nvCxnSpPr>
        <p:spPr bwMode="gray">
          <a:xfrm>
            <a:off x="6663730" y="1958002"/>
            <a:ext cx="932606" cy="2285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2DAF210-A818-DA24-1EF0-333F15A5DE9F}"/>
              </a:ext>
            </a:extLst>
          </p:cNvPr>
          <p:cNvSpPr/>
          <p:nvPr/>
        </p:nvSpPr>
        <p:spPr bwMode="gray">
          <a:xfrm rot="16200000">
            <a:off x="5579561" y="172691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F6319C-3234-2D75-6845-BABD6F9F168C}"/>
              </a:ext>
            </a:extLst>
          </p:cNvPr>
          <p:cNvSpPr/>
          <p:nvPr/>
        </p:nvSpPr>
        <p:spPr bwMode="gray">
          <a:xfrm rot="18496486">
            <a:off x="5847208" y="176078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B09E785-0BBB-1FE8-3AC6-003FE11F39B9}"/>
              </a:ext>
            </a:extLst>
          </p:cNvPr>
          <p:cNvSpPr/>
          <p:nvPr/>
        </p:nvSpPr>
        <p:spPr bwMode="gray">
          <a:xfrm rot="1069939">
            <a:off x="5933466" y="135922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B3B519F-D537-95F3-1DA9-E3B11558D15A}"/>
              </a:ext>
            </a:extLst>
          </p:cNvPr>
          <p:cNvSpPr/>
          <p:nvPr/>
        </p:nvSpPr>
        <p:spPr bwMode="gray">
          <a:xfrm rot="3074429">
            <a:off x="6242739" y="172389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3402ACF-86EF-4F44-2C2E-410B96F1643D}"/>
              </a:ext>
            </a:extLst>
          </p:cNvPr>
          <p:cNvSpPr/>
          <p:nvPr/>
        </p:nvSpPr>
        <p:spPr bwMode="gray">
          <a:xfrm rot="21114557">
            <a:off x="5972428" y="116225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6076BFD-FFFD-E672-CC1F-1C5FA184436E}"/>
              </a:ext>
            </a:extLst>
          </p:cNvPr>
          <p:cNvSpPr/>
          <p:nvPr/>
        </p:nvSpPr>
        <p:spPr bwMode="gray">
          <a:xfrm rot="20404253">
            <a:off x="6087369" y="195811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AADAB31-3997-B0AC-8DA5-DBAFAAF5551C}"/>
              </a:ext>
            </a:extLst>
          </p:cNvPr>
          <p:cNvSpPr/>
          <p:nvPr/>
        </p:nvSpPr>
        <p:spPr bwMode="gray">
          <a:xfrm rot="5400000">
            <a:off x="6975445" y="149467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7E96861-476C-1CE1-66D3-6F3A389B4AE1}"/>
              </a:ext>
            </a:extLst>
          </p:cNvPr>
          <p:cNvSpPr/>
          <p:nvPr/>
        </p:nvSpPr>
        <p:spPr bwMode="gray">
          <a:xfrm rot="18155683">
            <a:off x="6320213" y="139868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C0C9836-5FB1-DC4C-4F4A-7D09504CD4AC}"/>
              </a:ext>
            </a:extLst>
          </p:cNvPr>
          <p:cNvSpPr/>
          <p:nvPr/>
        </p:nvSpPr>
        <p:spPr bwMode="gray">
          <a:xfrm rot="20404253">
            <a:off x="6664188" y="172480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6F63EC2-DEFF-2E23-255C-8CFEC8DB8BD8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 bwMode="gray">
          <a:xfrm>
            <a:off x="6622310" y="1315978"/>
            <a:ext cx="380345" cy="3789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2B8BF3F-0E9D-B598-4759-102F89907A81}"/>
              </a:ext>
            </a:extLst>
          </p:cNvPr>
          <p:cNvSpPr/>
          <p:nvPr/>
        </p:nvSpPr>
        <p:spPr bwMode="gray">
          <a:xfrm rot="2693899">
            <a:off x="6657781" y="139648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D9AC957-862D-F9C8-42A0-29F2677C5A20}"/>
              </a:ext>
            </a:extLst>
          </p:cNvPr>
          <p:cNvSpPr/>
          <p:nvPr/>
        </p:nvSpPr>
        <p:spPr bwMode="gray">
          <a:xfrm rot="836560">
            <a:off x="6648866" y="118476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15F0988-43ED-374E-FEFA-F1BBCABBB714}"/>
              </a:ext>
            </a:extLst>
          </p:cNvPr>
          <p:cNvSpPr/>
          <p:nvPr/>
        </p:nvSpPr>
        <p:spPr bwMode="gray">
          <a:xfrm rot="463785">
            <a:off x="6481901" y="153398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3E31D58-DCAF-1DF6-E66F-CFBF54E647E4}"/>
              </a:ext>
            </a:extLst>
          </p:cNvPr>
          <p:cNvSpPr/>
          <p:nvPr/>
        </p:nvSpPr>
        <p:spPr bwMode="gray">
          <a:xfrm rot="1513090">
            <a:off x="7240028" y="187549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4CEC4BE-1331-52EB-450F-97E5B0A6E8B6}"/>
              </a:ext>
            </a:extLst>
          </p:cNvPr>
          <p:cNvSpPr/>
          <p:nvPr/>
        </p:nvSpPr>
        <p:spPr bwMode="gray">
          <a:xfrm rot="3170706">
            <a:off x="7319789" y="165956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90F85C1-4371-ACCE-934E-F0A2C3C58B33}"/>
              </a:ext>
            </a:extLst>
          </p:cNvPr>
          <p:cNvSpPr/>
          <p:nvPr/>
        </p:nvSpPr>
        <p:spPr bwMode="gray">
          <a:xfrm rot="670477">
            <a:off x="6910523" y="196093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AF5F5FE-9E45-0CB4-8F35-F1CF75B495DC}"/>
              </a:ext>
            </a:extLst>
          </p:cNvPr>
          <p:cNvSpPr/>
          <p:nvPr/>
        </p:nvSpPr>
        <p:spPr bwMode="gray">
          <a:xfrm>
            <a:off x="6499736" y="209663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4796909-E182-ED66-65A6-2D388942CB83}"/>
              </a:ext>
            </a:extLst>
          </p:cNvPr>
          <p:cNvCxnSpPr>
            <a:cxnSpLocks/>
            <a:stCxn id="115" idx="2"/>
            <a:endCxn id="116" idx="6"/>
          </p:cNvCxnSpPr>
          <p:nvPr/>
        </p:nvCxnSpPr>
        <p:spPr bwMode="gray">
          <a:xfrm flipH="1">
            <a:off x="7884368" y="3116367"/>
            <a:ext cx="993041" cy="5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6E8C2C7C-67A7-EDCE-30C5-F35C195F5671}"/>
                  </a:ext>
                </a:extLst>
              </p:cNvPr>
              <p:cNvSpPr/>
              <p:nvPr/>
            </p:nvSpPr>
            <p:spPr bwMode="gray">
              <a:xfrm>
                <a:off x="8877409" y="3008355"/>
                <a:ext cx="216024" cy="21602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6E8C2C7C-67A7-EDCE-30C5-F35C195F56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877409" y="3008355"/>
                <a:ext cx="216024" cy="216024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0175A2AE-7BAF-392E-C4FB-E427E9359AFD}"/>
                  </a:ext>
                </a:extLst>
              </p:cNvPr>
              <p:cNvSpPr/>
              <p:nvPr/>
            </p:nvSpPr>
            <p:spPr bwMode="gray">
              <a:xfrm>
                <a:off x="7668344" y="3013457"/>
                <a:ext cx="216024" cy="21602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0175A2AE-7BAF-392E-C4FB-E427E9359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68344" y="3013457"/>
                <a:ext cx="216024" cy="21602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07464DB-F932-3568-53E8-D65957472174}"/>
                  </a:ext>
                </a:extLst>
              </p:cNvPr>
              <p:cNvSpPr/>
              <p:nvPr/>
            </p:nvSpPr>
            <p:spPr bwMode="gray">
              <a:xfrm>
                <a:off x="8202858" y="2914363"/>
                <a:ext cx="257574" cy="193854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𝜔</m:t>
                    </m:r>
                  </m:oMath>
                </a14:m>
                <a:endParaRPr lang="en-DE" sz="105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07464DB-F932-3568-53E8-D659574721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02858" y="2914363"/>
                <a:ext cx="257574" cy="193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1D076721-79CA-FFF1-6C55-85E0C3AFEC8F}"/>
              </a:ext>
            </a:extLst>
          </p:cNvPr>
          <p:cNvSpPr txBox="1"/>
          <p:nvPr/>
        </p:nvSpPr>
        <p:spPr bwMode="gray">
          <a:xfrm>
            <a:off x="2195736" y="4651921"/>
            <a:ext cx="279518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DE" sz="1400" b="1" dirty="0">
                <a:hlinkClick r:id="rId6"/>
              </a:rPr>
              <a:t>edge.h</a:t>
            </a:r>
            <a:endParaRPr lang="en-DE" sz="14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A8B276-7257-7F3F-718C-981FC357D7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4919" y="2341710"/>
            <a:ext cx="2105292" cy="27170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23843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82" grpId="0"/>
      <p:bldP spid="83" grpId="0"/>
      <p:bldP spid="84" grpId="0"/>
      <p:bldP spid="85" grpId="0"/>
      <p:bldP spid="90" grpId="0"/>
      <p:bldP spid="91" grpId="0"/>
      <p:bldP spid="92" grpId="0"/>
      <p:bldP spid="97" grpId="0"/>
      <p:bldP spid="103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5" grpId="0" animBg="1"/>
      <p:bldP spid="116" grpId="0" animBg="1"/>
      <p:bldP spid="117" grpId="0"/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EC20D2-FC21-5C94-4AF2-96D269DF4C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357240" cy="3563938"/>
          </a:xfrm>
        </p:spPr>
        <p:txBody>
          <a:bodyPr/>
          <a:lstStyle/>
          <a:p>
            <a:r>
              <a:rPr lang="de-DE" b="1" dirty="0"/>
              <a:t>Idee</a:t>
            </a:r>
            <a:r>
              <a:rPr lang="de-DE" dirty="0"/>
              <a:t>: Für jeden Knoten wird eine verlinkte Liste der Kanten gespeichert, die diesen Knoten enthalten</a:t>
            </a:r>
          </a:p>
          <a:p>
            <a:r>
              <a:rPr lang="de-DE" dirty="0"/>
              <a:t>In der Praxis benutzt, weil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Algorithmen oft über die Nachbarknoten iterieren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Echte Graphen “dünn” (</a:t>
            </a:r>
            <a:r>
              <a:rPr lang="en-US" sz="1200" i="1" dirty="0"/>
              <a:t>sparse</a:t>
            </a:r>
            <a:r>
              <a:rPr lang="de-DE" sz="1200" dirty="0"/>
              <a:t>) sind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552E1F-91A2-6B77-8C57-32884969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Adjazenzlistenrepräsentation</a:t>
            </a:r>
            <a:endParaRPr lang="de-D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845192-77CC-21FF-4AC2-470349085F2C}"/>
              </a:ext>
            </a:extLst>
          </p:cNvPr>
          <p:cNvSpPr/>
          <p:nvPr/>
        </p:nvSpPr>
        <p:spPr bwMode="gray">
          <a:xfrm>
            <a:off x="3876719" y="3476863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F377A8-FEF7-DA7A-1455-8C7216607A37}"/>
              </a:ext>
            </a:extLst>
          </p:cNvPr>
          <p:cNvSpPr/>
          <p:nvPr/>
        </p:nvSpPr>
        <p:spPr bwMode="gray">
          <a:xfrm>
            <a:off x="3876719" y="3620879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33C5F0-73A2-582A-0821-DF190DDEA4D2}"/>
              </a:ext>
            </a:extLst>
          </p:cNvPr>
          <p:cNvSpPr/>
          <p:nvPr/>
        </p:nvSpPr>
        <p:spPr bwMode="gray">
          <a:xfrm>
            <a:off x="3876719" y="3764895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F02EBF-CF57-1719-0710-4251BFFB8F72}"/>
              </a:ext>
            </a:extLst>
          </p:cNvPr>
          <p:cNvSpPr/>
          <p:nvPr/>
        </p:nvSpPr>
        <p:spPr bwMode="gray">
          <a:xfrm>
            <a:off x="3876719" y="3908911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9445A2-4E3B-21CB-A0EF-F3EC47B8D1E5}"/>
              </a:ext>
            </a:extLst>
          </p:cNvPr>
          <p:cNvSpPr/>
          <p:nvPr/>
        </p:nvSpPr>
        <p:spPr bwMode="gray">
          <a:xfrm>
            <a:off x="3876719" y="405292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FF8B51-6168-F9D7-0F79-4BE3D72FFB99}"/>
              </a:ext>
            </a:extLst>
          </p:cNvPr>
          <p:cNvSpPr/>
          <p:nvPr/>
        </p:nvSpPr>
        <p:spPr bwMode="gray">
          <a:xfrm>
            <a:off x="3876719" y="4196943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1CBB5A-95A1-47F2-371C-53BDBEFD61B5}"/>
              </a:ext>
            </a:extLst>
          </p:cNvPr>
          <p:cNvSpPr/>
          <p:nvPr/>
        </p:nvSpPr>
        <p:spPr bwMode="gray">
          <a:xfrm>
            <a:off x="3876719" y="4340959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2F16D02-4DA9-7E9D-6277-0474CC99B4FB}"/>
              </a:ext>
            </a:extLst>
          </p:cNvPr>
          <p:cNvCxnSpPr>
            <a:cxnSpLocks/>
            <a:stCxn id="30" idx="3"/>
            <a:endCxn id="380" idx="1"/>
          </p:cNvCxnSpPr>
          <p:nvPr/>
        </p:nvCxnSpPr>
        <p:spPr bwMode="gray">
          <a:xfrm flipV="1">
            <a:off x="4020735" y="3196771"/>
            <a:ext cx="260227" cy="35210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03F49AF-DEBA-D646-E639-06824FB3CD1F}"/>
              </a:ext>
            </a:extLst>
          </p:cNvPr>
          <p:cNvCxnSpPr>
            <a:cxnSpLocks/>
            <a:stCxn id="31" idx="3"/>
            <a:endCxn id="387" idx="1"/>
          </p:cNvCxnSpPr>
          <p:nvPr/>
        </p:nvCxnSpPr>
        <p:spPr bwMode="gray">
          <a:xfrm flipV="1">
            <a:off x="4020735" y="3440858"/>
            <a:ext cx="260227" cy="252029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51B5931-27AF-E373-749D-B08F4D4B9651}"/>
              </a:ext>
            </a:extLst>
          </p:cNvPr>
          <p:cNvCxnSpPr>
            <a:cxnSpLocks/>
            <a:stCxn id="32" idx="3"/>
            <a:endCxn id="381" idx="1"/>
          </p:cNvCxnSpPr>
          <p:nvPr/>
        </p:nvCxnSpPr>
        <p:spPr bwMode="gray">
          <a:xfrm flipV="1">
            <a:off x="4020735" y="3682043"/>
            <a:ext cx="260227" cy="15486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0D3FB04-6FB9-7C4D-B23E-65B81AF2C8CB}"/>
              </a:ext>
            </a:extLst>
          </p:cNvPr>
          <p:cNvCxnSpPr>
            <a:cxnSpLocks/>
            <a:stCxn id="33" idx="3"/>
            <a:endCxn id="382" idx="1"/>
          </p:cNvCxnSpPr>
          <p:nvPr/>
        </p:nvCxnSpPr>
        <p:spPr bwMode="gray">
          <a:xfrm flipV="1">
            <a:off x="4020735" y="3922408"/>
            <a:ext cx="260227" cy="5851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AB9A1F0-30E2-6687-7929-68B14ED4DF79}"/>
              </a:ext>
            </a:extLst>
          </p:cNvPr>
          <p:cNvCxnSpPr>
            <a:cxnSpLocks/>
            <a:stCxn id="34" idx="3"/>
            <a:endCxn id="383" idx="1"/>
          </p:cNvCxnSpPr>
          <p:nvPr/>
        </p:nvCxnSpPr>
        <p:spPr bwMode="gray">
          <a:xfrm>
            <a:off x="4020735" y="4124935"/>
            <a:ext cx="260227" cy="4631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2D058C8-DFC9-7865-3386-4B9EDE5748C3}"/>
              </a:ext>
            </a:extLst>
          </p:cNvPr>
          <p:cNvCxnSpPr>
            <a:cxnSpLocks/>
            <a:stCxn id="35" idx="3"/>
            <a:endCxn id="384" idx="1"/>
          </p:cNvCxnSpPr>
          <p:nvPr/>
        </p:nvCxnSpPr>
        <p:spPr bwMode="gray">
          <a:xfrm>
            <a:off x="4020735" y="4268951"/>
            <a:ext cx="260227" cy="14361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540D646-AD6C-1BEA-EE37-C9FADE86AFAE}"/>
              </a:ext>
            </a:extLst>
          </p:cNvPr>
          <p:cNvCxnSpPr>
            <a:cxnSpLocks/>
            <a:stCxn id="36" idx="3"/>
            <a:endCxn id="385" idx="1"/>
          </p:cNvCxnSpPr>
          <p:nvPr/>
        </p:nvCxnSpPr>
        <p:spPr bwMode="gray">
          <a:xfrm>
            <a:off x="4020735" y="4412967"/>
            <a:ext cx="260227" cy="24882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D18BAED-3E22-9430-BC82-9E57B30BE878}"/>
              </a:ext>
            </a:extLst>
          </p:cNvPr>
          <p:cNvCxnSpPr>
            <a:cxnSpLocks/>
            <a:stCxn id="122" idx="3"/>
            <a:endCxn id="126" idx="1"/>
          </p:cNvCxnSpPr>
          <p:nvPr/>
        </p:nvCxnSpPr>
        <p:spPr bwMode="gray">
          <a:xfrm>
            <a:off x="4835374" y="3196063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E2D92F4-EF53-70C5-1390-33E5AEF2D0A6}"/>
              </a:ext>
            </a:extLst>
          </p:cNvPr>
          <p:cNvSpPr/>
          <p:nvPr/>
        </p:nvSpPr>
        <p:spPr bwMode="gray">
          <a:xfrm>
            <a:off x="3718803" y="347686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BA94475-DB4D-2465-4B31-611105407CF2}"/>
              </a:ext>
            </a:extLst>
          </p:cNvPr>
          <p:cNvSpPr/>
          <p:nvPr/>
        </p:nvSpPr>
        <p:spPr bwMode="gray">
          <a:xfrm>
            <a:off x="3718803" y="362087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B4B8D02-F36C-3A0C-2FEB-490F304BD8ED}"/>
              </a:ext>
            </a:extLst>
          </p:cNvPr>
          <p:cNvSpPr/>
          <p:nvPr/>
        </p:nvSpPr>
        <p:spPr bwMode="gray">
          <a:xfrm>
            <a:off x="3718803" y="376489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E1A0E59-6F5C-701F-9492-C49A61A78057}"/>
              </a:ext>
            </a:extLst>
          </p:cNvPr>
          <p:cNvSpPr/>
          <p:nvPr/>
        </p:nvSpPr>
        <p:spPr bwMode="gray">
          <a:xfrm>
            <a:off x="3718803" y="390891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5A308AD-EF86-683D-95EF-25F9A4F29BDE}"/>
              </a:ext>
            </a:extLst>
          </p:cNvPr>
          <p:cNvSpPr/>
          <p:nvPr/>
        </p:nvSpPr>
        <p:spPr bwMode="gray">
          <a:xfrm>
            <a:off x="3718803" y="405292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4B2CF2F-5622-280A-4BCD-3BFE4459AD10}"/>
              </a:ext>
            </a:extLst>
          </p:cNvPr>
          <p:cNvSpPr/>
          <p:nvPr/>
        </p:nvSpPr>
        <p:spPr bwMode="gray">
          <a:xfrm>
            <a:off x="3718803" y="419694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76764D8-6E93-D468-4FEB-3AB7FAE34468}"/>
              </a:ext>
            </a:extLst>
          </p:cNvPr>
          <p:cNvSpPr/>
          <p:nvPr/>
        </p:nvSpPr>
        <p:spPr bwMode="gray">
          <a:xfrm>
            <a:off x="3718803" y="434095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B3229841-4306-ED6F-63F2-740C485D0FC2}"/>
              </a:ext>
            </a:extLst>
          </p:cNvPr>
          <p:cNvSpPr/>
          <p:nvPr/>
        </p:nvSpPr>
        <p:spPr bwMode="gray">
          <a:xfrm>
            <a:off x="3797761" y="3320850"/>
            <a:ext cx="294982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dj[]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361C211-F644-41FD-C314-7B0EFFBA29B1}"/>
              </a:ext>
            </a:extLst>
          </p:cNvPr>
          <p:cNvCxnSpPr>
            <a:cxnSpLocks/>
            <a:stCxn id="74" idx="7"/>
            <a:endCxn id="70" idx="2"/>
          </p:cNvCxnSpPr>
          <p:nvPr/>
        </p:nvCxnSpPr>
        <p:spPr bwMode="gray">
          <a:xfrm flipV="1">
            <a:off x="5075309" y="1472774"/>
            <a:ext cx="570525" cy="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912782B-2C84-D70F-102F-2D0D5C0D194E}"/>
              </a:ext>
            </a:extLst>
          </p:cNvPr>
          <p:cNvCxnSpPr>
            <a:cxnSpLocks/>
            <a:stCxn id="69" idx="6"/>
            <a:endCxn id="73" idx="2"/>
          </p:cNvCxnSpPr>
          <p:nvPr/>
        </p:nvCxnSpPr>
        <p:spPr bwMode="gray">
          <a:xfrm flipV="1">
            <a:off x="5903278" y="2004445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CC7685-52DC-EFBE-BA87-A7B6E8109D03}"/>
              </a:ext>
            </a:extLst>
          </p:cNvPr>
          <p:cNvCxnSpPr>
            <a:cxnSpLocks/>
            <a:stCxn id="70" idx="6"/>
            <a:endCxn id="72" idx="2"/>
          </p:cNvCxnSpPr>
          <p:nvPr/>
        </p:nvCxnSpPr>
        <p:spPr bwMode="gray">
          <a:xfrm>
            <a:off x="5861858" y="1472774"/>
            <a:ext cx="303821" cy="8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0B96A18-509A-E536-A9D2-E87E7D8F7847}"/>
              </a:ext>
            </a:extLst>
          </p:cNvPr>
          <p:cNvCxnSpPr>
            <a:cxnSpLocks/>
            <a:stCxn id="74" idx="4"/>
            <a:endCxn id="80" idx="0"/>
          </p:cNvCxnSpPr>
          <p:nvPr/>
        </p:nvCxnSpPr>
        <p:spPr bwMode="gray">
          <a:xfrm flipH="1">
            <a:off x="4983115" y="1726986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FBE791D-BF8E-3F57-2EC3-890A7993F730}"/>
              </a:ext>
            </a:extLst>
          </p:cNvPr>
          <p:cNvCxnSpPr>
            <a:cxnSpLocks/>
            <a:stCxn id="81" idx="1"/>
            <a:endCxn id="74" idx="6"/>
          </p:cNvCxnSpPr>
          <p:nvPr/>
        </p:nvCxnSpPr>
        <p:spPr bwMode="gray">
          <a:xfrm flipH="1" flipV="1">
            <a:off x="5106945" y="1618974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5BF27DA-B5DA-C40F-D6C3-3E886F8A03FF}"/>
              </a:ext>
            </a:extLst>
          </p:cNvPr>
          <p:cNvCxnSpPr>
            <a:cxnSpLocks/>
            <a:stCxn id="69" idx="1"/>
            <a:endCxn id="81" idx="5"/>
          </p:cNvCxnSpPr>
          <p:nvPr/>
        </p:nvCxnSpPr>
        <p:spPr bwMode="gray">
          <a:xfrm flipH="1" flipV="1">
            <a:off x="5570437" y="1888665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29C4701-A507-0656-26E5-3BA2AF8F508F}"/>
              </a:ext>
            </a:extLst>
          </p:cNvPr>
          <p:cNvCxnSpPr>
            <a:cxnSpLocks/>
            <a:stCxn id="69" idx="3"/>
            <a:endCxn id="80" idx="6"/>
          </p:cNvCxnSpPr>
          <p:nvPr/>
        </p:nvCxnSpPr>
        <p:spPr bwMode="gray">
          <a:xfrm flipH="1">
            <a:off x="5091127" y="2191174"/>
            <a:ext cx="627763" cy="2336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783285B-6CFA-357B-3EEE-92D2F714A197}"/>
              </a:ext>
            </a:extLst>
          </p:cNvPr>
          <p:cNvCxnSpPr>
            <a:cxnSpLocks/>
            <a:stCxn id="81" idx="3"/>
            <a:endCxn id="80" idx="7"/>
          </p:cNvCxnSpPr>
          <p:nvPr/>
        </p:nvCxnSpPr>
        <p:spPr bwMode="gray">
          <a:xfrm flipH="1">
            <a:off x="5059491" y="1888665"/>
            <a:ext cx="358194" cy="459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3AC2DA7-DBA3-05A3-CF56-15BFF29F3A7F}"/>
              </a:ext>
            </a:extLst>
          </p:cNvPr>
          <p:cNvCxnSpPr>
            <a:cxnSpLocks/>
            <a:stCxn id="73" idx="1"/>
            <a:endCxn id="81" idx="6"/>
          </p:cNvCxnSpPr>
          <p:nvPr/>
        </p:nvCxnSpPr>
        <p:spPr bwMode="gray">
          <a:xfrm flipH="1" flipV="1">
            <a:off x="5602073" y="1812289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4FDC7CB-4BA7-62E1-6CB1-99A42F9C2A46}"/>
              </a:ext>
            </a:extLst>
          </p:cNvPr>
          <p:cNvCxnSpPr>
            <a:cxnSpLocks/>
            <a:stCxn id="72" idx="5"/>
            <a:endCxn id="78" idx="0"/>
          </p:cNvCxnSpPr>
          <p:nvPr/>
        </p:nvCxnSpPr>
        <p:spPr bwMode="gray">
          <a:xfrm>
            <a:off x="6350067" y="1635688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3C07199-2D17-AF6E-EC68-B1978FF3DABA}"/>
              </a:ext>
            </a:extLst>
          </p:cNvPr>
          <p:cNvCxnSpPr>
            <a:cxnSpLocks/>
            <a:stCxn id="78" idx="2"/>
            <a:endCxn id="80" idx="6"/>
          </p:cNvCxnSpPr>
          <p:nvPr/>
        </p:nvCxnSpPr>
        <p:spPr bwMode="gray">
          <a:xfrm flipH="1">
            <a:off x="5091127" y="2419713"/>
            <a:ext cx="1713121" cy="5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6DA6369-63D3-749F-079D-14FBC31B511F}"/>
              </a:ext>
            </a:extLst>
          </p:cNvPr>
          <p:cNvCxnSpPr>
            <a:cxnSpLocks/>
            <a:stCxn id="72" idx="4"/>
            <a:endCxn id="73" idx="0"/>
          </p:cNvCxnSpPr>
          <p:nvPr/>
        </p:nvCxnSpPr>
        <p:spPr bwMode="gray">
          <a:xfrm>
            <a:off x="6273691" y="1667324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75A5CB4-7487-1E09-08DF-68EFCD8A7E81}"/>
              </a:ext>
            </a:extLst>
          </p:cNvPr>
          <p:cNvCxnSpPr>
            <a:cxnSpLocks/>
            <a:stCxn id="81" idx="7"/>
            <a:endCxn id="70" idx="3"/>
          </p:cNvCxnSpPr>
          <p:nvPr/>
        </p:nvCxnSpPr>
        <p:spPr bwMode="gray">
          <a:xfrm flipV="1">
            <a:off x="5570437" y="1549150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526DF4A9-DD72-C8A9-1218-7915A3BBBF1E}"/>
              </a:ext>
            </a:extLst>
          </p:cNvPr>
          <p:cNvSpPr/>
          <p:nvPr/>
        </p:nvSpPr>
        <p:spPr bwMode="gray">
          <a:xfrm>
            <a:off x="5687254" y="200678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69F2A86-967C-6765-DB7B-1C5DC8553C84}"/>
              </a:ext>
            </a:extLst>
          </p:cNvPr>
          <p:cNvSpPr/>
          <p:nvPr/>
        </p:nvSpPr>
        <p:spPr bwMode="gray">
          <a:xfrm>
            <a:off x="5645834" y="13647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87E0E44-EEAB-8C2E-5D8E-1837248AE7EA}"/>
              </a:ext>
            </a:extLst>
          </p:cNvPr>
          <p:cNvSpPr/>
          <p:nvPr/>
        </p:nvSpPr>
        <p:spPr bwMode="gray">
          <a:xfrm>
            <a:off x="6165679" y="145130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51ECF8B-9100-932F-C90D-3C1E7DF58561}"/>
              </a:ext>
            </a:extLst>
          </p:cNvPr>
          <p:cNvSpPr/>
          <p:nvPr/>
        </p:nvSpPr>
        <p:spPr bwMode="gray">
          <a:xfrm>
            <a:off x="6178931" y="189643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3C3F3F2-B611-C54A-A89B-73ABCE0AC02E}"/>
              </a:ext>
            </a:extLst>
          </p:cNvPr>
          <p:cNvSpPr/>
          <p:nvPr/>
        </p:nvSpPr>
        <p:spPr bwMode="gray">
          <a:xfrm>
            <a:off x="4890921" y="15109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F576B13-F255-E4B5-085A-7258D559B453}"/>
              </a:ext>
            </a:extLst>
          </p:cNvPr>
          <p:cNvSpPr/>
          <p:nvPr/>
        </p:nvSpPr>
        <p:spPr bwMode="gray">
          <a:xfrm>
            <a:off x="6804248" y="23117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E91BE3D-3E49-FEDB-8617-F879DE53CA85}"/>
              </a:ext>
            </a:extLst>
          </p:cNvPr>
          <p:cNvSpPr/>
          <p:nvPr/>
        </p:nvSpPr>
        <p:spPr bwMode="gray">
          <a:xfrm>
            <a:off x="4875103" y="23168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D275DD3-CD2F-C851-D269-321A31DEDBEA}"/>
              </a:ext>
            </a:extLst>
          </p:cNvPr>
          <p:cNvSpPr/>
          <p:nvPr/>
        </p:nvSpPr>
        <p:spPr bwMode="gray">
          <a:xfrm>
            <a:off x="5386049" y="170427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28A2738-608A-B3D3-636B-C833371E4937}"/>
              </a:ext>
            </a:extLst>
          </p:cNvPr>
          <p:cNvCxnSpPr>
            <a:cxnSpLocks/>
            <a:stCxn id="73" idx="5"/>
            <a:endCxn id="78" idx="1"/>
          </p:cNvCxnSpPr>
          <p:nvPr/>
        </p:nvCxnSpPr>
        <p:spPr bwMode="gray">
          <a:xfrm>
            <a:off x="6363319" y="2080821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2F47269-9EF7-2407-0638-4481DFF57C03}"/>
              </a:ext>
            </a:extLst>
          </p:cNvPr>
          <p:cNvCxnSpPr>
            <a:cxnSpLocks/>
            <a:stCxn id="69" idx="5"/>
            <a:endCxn id="78" idx="2"/>
          </p:cNvCxnSpPr>
          <p:nvPr/>
        </p:nvCxnSpPr>
        <p:spPr bwMode="gray">
          <a:xfrm>
            <a:off x="5871642" y="2191174"/>
            <a:ext cx="932606" cy="2285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65054E33-5496-4885-AFC7-C4BBB80B3269}"/>
              </a:ext>
            </a:extLst>
          </p:cNvPr>
          <p:cNvSpPr/>
          <p:nvPr/>
        </p:nvSpPr>
        <p:spPr bwMode="gray">
          <a:xfrm rot="16200000">
            <a:off x="4787473" y="196008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B0D2F6D-E30D-97A2-1FA8-05743E8C135D}"/>
              </a:ext>
            </a:extLst>
          </p:cNvPr>
          <p:cNvSpPr/>
          <p:nvPr/>
        </p:nvSpPr>
        <p:spPr bwMode="gray">
          <a:xfrm rot="18496486">
            <a:off x="5055120" y="199395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EDCF3B9-6C68-041E-D59C-BAECFF13A7A2}"/>
              </a:ext>
            </a:extLst>
          </p:cNvPr>
          <p:cNvSpPr/>
          <p:nvPr/>
        </p:nvSpPr>
        <p:spPr bwMode="gray">
          <a:xfrm rot="1069939">
            <a:off x="5141378" y="159239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74EA07C-D191-5A86-241C-1E8C5CC930B3}"/>
              </a:ext>
            </a:extLst>
          </p:cNvPr>
          <p:cNvSpPr/>
          <p:nvPr/>
        </p:nvSpPr>
        <p:spPr bwMode="gray">
          <a:xfrm rot="3074429">
            <a:off x="5450651" y="19570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065F116-CF3D-A7D0-512D-4916EBCB190E}"/>
              </a:ext>
            </a:extLst>
          </p:cNvPr>
          <p:cNvSpPr/>
          <p:nvPr/>
        </p:nvSpPr>
        <p:spPr bwMode="gray">
          <a:xfrm rot="21114557">
            <a:off x="5180340" y="139542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0C13850-E1CE-53D6-80C3-4D9EA8791E14}"/>
              </a:ext>
            </a:extLst>
          </p:cNvPr>
          <p:cNvSpPr/>
          <p:nvPr/>
        </p:nvSpPr>
        <p:spPr bwMode="gray">
          <a:xfrm rot="20404253">
            <a:off x="5295281" y="219128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7B96277-B620-BEF9-521E-125EE526555C}"/>
              </a:ext>
            </a:extLst>
          </p:cNvPr>
          <p:cNvSpPr/>
          <p:nvPr/>
        </p:nvSpPr>
        <p:spPr bwMode="gray">
          <a:xfrm rot="5400000">
            <a:off x="6183357" y="172784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3F7D32C-335D-41D6-6CC8-29DC2B359898}"/>
              </a:ext>
            </a:extLst>
          </p:cNvPr>
          <p:cNvSpPr/>
          <p:nvPr/>
        </p:nvSpPr>
        <p:spPr bwMode="gray">
          <a:xfrm rot="18155683">
            <a:off x="5528125" y="163185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0A485F2-232A-2CE9-5058-0B3F29E61D7E}"/>
              </a:ext>
            </a:extLst>
          </p:cNvPr>
          <p:cNvSpPr/>
          <p:nvPr/>
        </p:nvSpPr>
        <p:spPr bwMode="gray">
          <a:xfrm rot="20404253">
            <a:off x="5872100" y="195797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DEDEFE6-B58B-F1FC-A67F-67836A948806}"/>
              </a:ext>
            </a:extLst>
          </p:cNvPr>
          <p:cNvCxnSpPr>
            <a:cxnSpLocks/>
            <a:stCxn id="70" idx="5"/>
            <a:endCxn id="73" idx="1"/>
          </p:cNvCxnSpPr>
          <p:nvPr/>
        </p:nvCxnSpPr>
        <p:spPr bwMode="gray">
          <a:xfrm>
            <a:off x="5830222" y="1549150"/>
            <a:ext cx="380345" cy="3789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09BB617-62A1-9C05-8536-72B279263E42}"/>
              </a:ext>
            </a:extLst>
          </p:cNvPr>
          <p:cNvSpPr/>
          <p:nvPr/>
        </p:nvSpPr>
        <p:spPr bwMode="gray">
          <a:xfrm rot="2693899">
            <a:off x="5865693" y="162965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04CE8BA-5B83-0F71-2AFD-438D216A8974}"/>
              </a:ext>
            </a:extLst>
          </p:cNvPr>
          <p:cNvSpPr/>
          <p:nvPr/>
        </p:nvSpPr>
        <p:spPr bwMode="gray">
          <a:xfrm rot="836560">
            <a:off x="5856778" y="141793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BE873EC-232E-D014-1FF3-50D42B497A57}"/>
              </a:ext>
            </a:extLst>
          </p:cNvPr>
          <p:cNvSpPr/>
          <p:nvPr/>
        </p:nvSpPr>
        <p:spPr bwMode="gray">
          <a:xfrm rot="463785">
            <a:off x="5689813" y="176716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F4E0998-430E-C2E5-1A8A-AF14B9C7E00C}"/>
              </a:ext>
            </a:extLst>
          </p:cNvPr>
          <p:cNvSpPr/>
          <p:nvPr/>
        </p:nvSpPr>
        <p:spPr bwMode="gray">
          <a:xfrm rot="1513090">
            <a:off x="6447940" y="210867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C422218-1175-5BCF-75D7-FB8A62559F5C}"/>
              </a:ext>
            </a:extLst>
          </p:cNvPr>
          <p:cNvSpPr/>
          <p:nvPr/>
        </p:nvSpPr>
        <p:spPr bwMode="gray">
          <a:xfrm rot="3170706">
            <a:off x="6527701" y="189273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1B240FA-CA2C-0E12-4437-C9E073FC3621}"/>
              </a:ext>
            </a:extLst>
          </p:cNvPr>
          <p:cNvSpPr/>
          <p:nvPr/>
        </p:nvSpPr>
        <p:spPr bwMode="gray">
          <a:xfrm rot="670477">
            <a:off x="6118435" y="219410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549FFC9-9572-EF9C-2B1D-AB7DAB679A48}"/>
              </a:ext>
            </a:extLst>
          </p:cNvPr>
          <p:cNvSpPr/>
          <p:nvPr/>
        </p:nvSpPr>
        <p:spPr bwMode="gray">
          <a:xfrm>
            <a:off x="5707648" y="232981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AB5E80B-08E2-A0E1-D615-A7006EA1A1F7}"/>
              </a:ext>
            </a:extLst>
          </p:cNvPr>
          <p:cNvGrpSpPr/>
          <p:nvPr/>
        </p:nvGrpSpPr>
        <p:grpSpPr>
          <a:xfrm>
            <a:off x="4308626" y="3124055"/>
            <a:ext cx="526748" cy="144016"/>
            <a:chOff x="5883821" y="3000931"/>
            <a:chExt cx="526748" cy="144016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B1D0CAE-148B-94E6-341C-217FDD197BF4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9EA18BA-27D7-34C4-313E-8E6E23848C8A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20B71B6-1B6C-247B-7F5F-B435517E090C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.58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088E011-221F-C663-900C-8CFC5D5C321E}"/>
              </a:ext>
            </a:extLst>
          </p:cNvPr>
          <p:cNvGrpSpPr/>
          <p:nvPr/>
        </p:nvGrpSpPr>
        <p:grpSpPr>
          <a:xfrm>
            <a:off x="4942733" y="3124055"/>
            <a:ext cx="526748" cy="144016"/>
            <a:chOff x="5883821" y="3000931"/>
            <a:chExt cx="526748" cy="144016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291F683-F626-9CE0-8DEC-320CA1CD4F2E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C5BC5E5-7BC1-F7CF-EB17-793EDE23685A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938B6D-FA99-3745-E12A-ED39C782328E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.26</a:t>
              </a:r>
            </a:p>
          </p:txBody>
        </p:sp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825A3B6-8D60-6FD7-1FDF-618C68D8B538}"/>
              </a:ext>
            </a:extLst>
          </p:cNvPr>
          <p:cNvCxnSpPr>
            <a:cxnSpLocks/>
            <a:stCxn id="129" idx="3"/>
            <a:endCxn id="143" idx="1"/>
          </p:cNvCxnSpPr>
          <p:nvPr/>
        </p:nvCxnSpPr>
        <p:spPr bwMode="gray">
          <a:xfrm>
            <a:off x="5469481" y="3196063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F5D7111-2157-EBCF-9052-75904C560F53}"/>
              </a:ext>
            </a:extLst>
          </p:cNvPr>
          <p:cNvGrpSpPr/>
          <p:nvPr/>
        </p:nvGrpSpPr>
        <p:grpSpPr>
          <a:xfrm>
            <a:off x="5574239" y="3124055"/>
            <a:ext cx="526748" cy="144016"/>
            <a:chOff x="5883821" y="3000931"/>
            <a:chExt cx="526748" cy="144016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79D4F8-BFC5-6BDC-8808-53773E0C50F5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0C66936-E279-CFF3-A86C-1A7269F6BB87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27C8687-3030-A38D-4447-2149E925109C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.38</a:t>
              </a:r>
            </a:p>
          </p:txBody>
        </p:sp>
      </p:grp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E5E7FDE-E8CF-F664-BC9A-0CBD826FCA9A}"/>
              </a:ext>
            </a:extLst>
          </p:cNvPr>
          <p:cNvCxnSpPr>
            <a:cxnSpLocks/>
            <a:stCxn id="146" idx="3"/>
            <a:endCxn id="152" idx="1"/>
          </p:cNvCxnSpPr>
          <p:nvPr/>
        </p:nvCxnSpPr>
        <p:spPr bwMode="gray">
          <a:xfrm>
            <a:off x="6100987" y="3196063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D066528-8D64-E407-1E4D-A52BAE79A9F3}"/>
              </a:ext>
            </a:extLst>
          </p:cNvPr>
          <p:cNvGrpSpPr/>
          <p:nvPr/>
        </p:nvGrpSpPr>
        <p:grpSpPr>
          <a:xfrm>
            <a:off x="6205745" y="3124055"/>
            <a:ext cx="526748" cy="144016"/>
            <a:chOff x="5883821" y="3000931"/>
            <a:chExt cx="526748" cy="14401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3DD9AE87-1E5E-2DC9-F57C-431A560D724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FCA7C65-025A-C61C-6CE2-9811984953B9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8507FB78-3900-4AD4-8608-F6242600DB00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.16</a:t>
              </a:r>
            </a:p>
          </p:txBody>
        </p:sp>
      </p:grp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C7833B98-92F5-0395-FAAF-9F0617252A9B}"/>
              </a:ext>
            </a:extLst>
          </p:cNvPr>
          <p:cNvCxnSpPr>
            <a:cxnSpLocks/>
            <a:stCxn id="172" idx="3"/>
            <a:endCxn id="191" idx="1"/>
          </p:cNvCxnSpPr>
          <p:nvPr/>
        </p:nvCxnSpPr>
        <p:spPr bwMode="gray">
          <a:xfrm>
            <a:off x="4835374" y="3439200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3893DD8-D0D8-8930-18F6-E18007818306}"/>
              </a:ext>
            </a:extLst>
          </p:cNvPr>
          <p:cNvGrpSpPr/>
          <p:nvPr/>
        </p:nvGrpSpPr>
        <p:grpSpPr>
          <a:xfrm>
            <a:off x="4308626" y="3367192"/>
            <a:ext cx="526748" cy="144016"/>
            <a:chOff x="5883821" y="3000931"/>
            <a:chExt cx="526748" cy="144016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2C4A1ACB-013B-6217-8C99-AEF2B070F6FD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E1B9A5B-0995-3451-5B29-B084C8C69AA8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23BD4EEF-4573-0C1D-125D-BE905B8641F4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.29</a:t>
              </a: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A39121CD-3541-4DE5-904F-B90C51DA95BA}"/>
              </a:ext>
            </a:extLst>
          </p:cNvPr>
          <p:cNvGrpSpPr/>
          <p:nvPr/>
        </p:nvGrpSpPr>
        <p:grpSpPr>
          <a:xfrm>
            <a:off x="4942733" y="3367192"/>
            <a:ext cx="526748" cy="144016"/>
            <a:chOff x="5883821" y="3000931"/>
            <a:chExt cx="526748" cy="144016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D187ADA-86CA-9CE2-603D-091074233106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EEBDD632-E09B-1052-126E-7A4D526A4475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0BCC0784-CEAD-4574-904B-4F440E4FFD25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.36</a:t>
              </a:r>
            </a:p>
          </p:txBody>
        </p: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133B8025-200D-B520-276D-2318D8FECD84}"/>
              </a:ext>
            </a:extLst>
          </p:cNvPr>
          <p:cNvCxnSpPr>
            <a:cxnSpLocks/>
            <a:stCxn id="196" idx="3"/>
            <a:endCxn id="199" idx="1"/>
          </p:cNvCxnSpPr>
          <p:nvPr/>
        </p:nvCxnSpPr>
        <p:spPr bwMode="gray">
          <a:xfrm>
            <a:off x="5469481" y="3439200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1DE8E17-05FE-D0BC-3F7A-A2FD0A6EAA4E}"/>
              </a:ext>
            </a:extLst>
          </p:cNvPr>
          <p:cNvGrpSpPr/>
          <p:nvPr/>
        </p:nvGrpSpPr>
        <p:grpSpPr>
          <a:xfrm>
            <a:off x="5574239" y="3367192"/>
            <a:ext cx="526748" cy="144016"/>
            <a:chOff x="5883821" y="3000931"/>
            <a:chExt cx="526748" cy="144016"/>
          </a:xfrm>
        </p:grpSpPr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798649E1-FC69-7808-53E4-889B7E34505B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9EDCD96-F71A-C535-1846-440BD7985EBA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84EEE48-C8A2-DBE2-1820-A8BFDB4DCB81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.19</a:t>
              </a:r>
            </a:p>
          </p:txBody>
        </p:sp>
      </p:grp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946BEBC-6516-3E8C-0A80-6DC1018813AD}"/>
              </a:ext>
            </a:extLst>
          </p:cNvPr>
          <p:cNvCxnSpPr>
            <a:cxnSpLocks/>
            <a:stCxn id="201" idx="3"/>
            <a:endCxn id="204" idx="1"/>
          </p:cNvCxnSpPr>
          <p:nvPr/>
        </p:nvCxnSpPr>
        <p:spPr bwMode="gray">
          <a:xfrm>
            <a:off x="6100987" y="3439200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E749559-8D08-2AD2-E613-79C8817166A9}"/>
              </a:ext>
            </a:extLst>
          </p:cNvPr>
          <p:cNvGrpSpPr/>
          <p:nvPr/>
        </p:nvGrpSpPr>
        <p:grpSpPr>
          <a:xfrm>
            <a:off x="6205745" y="3367192"/>
            <a:ext cx="526748" cy="144016"/>
            <a:chOff x="5883821" y="3000931"/>
            <a:chExt cx="526748" cy="144016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4855994-2E19-8B9B-4C56-F430800B1A7E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8BF44D9D-49F6-CC93-0A98-E778C4D9A879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86FCD5BC-42DA-2EC2-9C16-55857235B7A2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.32</a:t>
              </a:r>
            </a:p>
          </p:txBody>
        </p:sp>
      </p:grp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27D8F462-7B0C-2EEB-B088-A0012B862A53}"/>
              </a:ext>
            </a:extLst>
          </p:cNvPr>
          <p:cNvCxnSpPr>
            <a:cxnSpLocks/>
            <a:stCxn id="216" idx="3"/>
            <a:endCxn id="218" idx="1"/>
          </p:cNvCxnSpPr>
          <p:nvPr/>
        </p:nvCxnSpPr>
        <p:spPr bwMode="gray">
          <a:xfrm>
            <a:off x="4835374" y="3680532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E861162-2996-F481-D9E2-ADD4FE46A4BD}"/>
              </a:ext>
            </a:extLst>
          </p:cNvPr>
          <p:cNvGrpSpPr/>
          <p:nvPr/>
        </p:nvGrpSpPr>
        <p:grpSpPr>
          <a:xfrm>
            <a:off x="4308626" y="3608524"/>
            <a:ext cx="526748" cy="144016"/>
            <a:chOff x="5883821" y="3000931"/>
            <a:chExt cx="526748" cy="144016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A4C35748-789C-E16C-E3EB-86D3D88BE3DD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BE9894AD-66AC-5D70-5A90-662097DC023C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2AAD0E2-0F45-8C1D-8B0C-C143BEF9ECDC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.40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230459C-D54C-8159-B19D-81830C141D65}"/>
              </a:ext>
            </a:extLst>
          </p:cNvPr>
          <p:cNvGrpSpPr/>
          <p:nvPr/>
        </p:nvGrpSpPr>
        <p:grpSpPr>
          <a:xfrm>
            <a:off x="4942733" y="3608524"/>
            <a:ext cx="526748" cy="144016"/>
            <a:chOff x="5883821" y="3000931"/>
            <a:chExt cx="526748" cy="144016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C230764A-24E2-BEC8-3143-39BA2D4A8CCF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4515FAC8-2A86-03C3-28E8-5EB611E6DF66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F4FE851F-14BE-FF3F-679A-5E0F438D282B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.34</a:t>
              </a:r>
            </a:p>
          </p:txBody>
        </p:sp>
      </p:grp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27FB5C2B-6B90-AF93-8F99-F838DA65FB13}"/>
              </a:ext>
            </a:extLst>
          </p:cNvPr>
          <p:cNvCxnSpPr>
            <a:cxnSpLocks/>
            <a:stCxn id="220" idx="3"/>
            <a:endCxn id="224" idx="1"/>
          </p:cNvCxnSpPr>
          <p:nvPr/>
        </p:nvCxnSpPr>
        <p:spPr bwMode="gray">
          <a:xfrm>
            <a:off x="5469481" y="3680532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5A9F0EF2-BDB7-2ADE-A538-1C966D05C844}"/>
              </a:ext>
            </a:extLst>
          </p:cNvPr>
          <p:cNvGrpSpPr/>
          <p:nvPr/>
        </p:nvGrpSpPr>
        <p:grpSpPr>
          <a:xfrm>
            <a:off x="5574239" y="3608524"/>
            <a:ext cx="526748" cy="144016"/>
            <a:chOff x="5883821" y="3000931"/>
            <a:chExt cx="526748" cy="144016"/>
          </a:xfrm>
        </p:grpSpPr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471D9D9A-5320-D007-799C-3A792E588FDD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FC967A4C-C327-ED4C-D6DE-BFD459F85580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A1154941-1210-0CB8-9E53-0F4EEC341E5D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.36</a:t>
              </a:r>
            </a:p>
          </p:txBody>
        </p:sp>
      </p:grp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DF898031-5C3E-4875-3074-5D0E72D668C3}"/>
              </a:ext>
            </a:extLst>
          </p:cNvPr>
          <p:cNvCxnSpPr>
            <a:cxnSpLocks/>
            <a:stCxn id="226" idx="3"/>
            <a:endCxn id="229" idx="1"/>
          </p:cNvCxnSpPr>
          <p:nvPr/>
        </p:nvCxnSpPr>
        <p:spPr bwMode="gray">
          <a:xfrm>
            <a:off x="6100987" y="3680532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B0173FF-B07C-31E3-4078-A32BD61E4E41}"/>
              </a:ext>
            </a:extLst>
          </p:cNvPr>
          <p:cNvGrpSpPr/>
          <p:nvPr/>
        </p:nvGrpSpPr>
        <p:grpSpPr>
          <a:xfrm>
            <a:off x="6205745" y="3608524"/>
            <a:ext cx="526748" cy="144016"/>
            <a:chOff x="5883821" y="3000931"/>
            <a:chExt cx="526748" cy="144016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10FA6AB-8AE6-7A7A-194B-098DC613B76C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FA079CB5-9816-4B89-E7F3-77A1B2CCE3BB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C8AFD64A-D7E9-FEDA-16B2-FEF2C7530363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.26</a:t>
              </a:r>
            </a:p>
          </p:txBody>
        </p:sp>
      </p:grp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2E608B25-C3A2-B51C-DC01-D20F9C744BF4}"/>
              </a:ext>
            </a:extLst>
          </p:cNvPr>
          <p:cNvCxnSpPr>
            <a:cxnSpLocks/>
            <a:stCxn id="231" idx="3"/>
            <a:endCxn id="234" idx="1"/>
          </p:cNvCxnSpPr>
          <p:nvPr/>
        </p:nvCxnSpPr>
        <p:spPr bwMode="gray">
          <a:xfrm>
            <a:off x="6732493" y="3680532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2978CD1-FE66-EB8D-7606-E7C927002FCF}"/>
              </a:ext>
            </a:extLst>
          </p:cNvPr>
          <p:cNvGrpSpPr/>
          <p:nvPr/>
        </p:nvGrpSpPr>
        <p:grpSpPr>
          <a:xfrm>
            <a:off x="6837251" y="3608524"/>
            <a:ext cx="526748" cy="144016"/>
            <a:chOff x="5883821" y="3000931"/>
            <a:chExt cx="526748" cy="144016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123B12BB-D4F9-3F31-8FA0-0124E63533A4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6BE0738-4A4D-27F9-38C6-DB4F693F1A28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03B0F67-D4B7-3851-081F-79691442892D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.17</a:t>
              </a:r>
            </a:p>
          </p:txBody>
        </p:sp>
      </p:grp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C7A7BAA1-D43E-CE2D-C2A1-FEFF985F3500}"/>
              </a:ext>
            </a:extLst>
          </p:cNvPr>
          <p:cNvCxnSpPr>
            <a:cxnSpLocks/>
            <a:stCxn id="241" idx="3"/>
            <a:endCxn id="243" idx="1"/>
          </p:cNvCxnSpPr>
          <p:nvPr/>
        </p:nvCxnSpPr>
        <p:spPr bwMode="gray">
          <a:xfrm>
            <a:off x="4835374" y="3924025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9F8FEAA-E10C-BA5F-E7B1-CC9BFF4D8F6E}"/>
              </a:ext>
            </a:extLst>
          </p:cNvPr>
          <p:cNvGrpSpPr/>
          <p:nvPr/>
        </p:nvGrpSpPr>
        <p:grpSpPr>
          <a:xfrm>
            <a:off x="4308626" y="3852017"/>
            <a:ext cx="526748" cy="144016"/>
            <a:chOff x="5883821" y="3000931"/>
            <a:chExt cx="526748" cy="144016"/>
          </a:xfrm>
        </p:grpSpPr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51CCA096-CB93-7105-9BA1-6D6EE7AB219A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1032988A-9D5D-5BEA-3421-0DB8F710B7AE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CD67806D-1B19-6183-DCA4-5040EC5213E9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.52</a:t>
              </a: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B15F049-9F8B-24DA-B5F5-7F92D46BF498}"/>
              </a:ext>
            </a:extLst>
          </p:cNvPr>
          <p:cNvGrpSpPr/>
          <p:nvPr/>
        </p:nvGrpSpPr>
        <p:grpSpPr>
          <a:xfrm>
            <a:off x="4942733" y="3852017"/>
            <a:ext cx="526748" cy="144016"/>
            <a:chOff x="5883821" y="3000931"/>
            <a:chExt cx="526748" cy="144016"/>
          </a:xfrm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FECF9D0D-6FCD-4FC5-C57A-284943423F94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277E0BCC-F720-58CF-551B-2CB38BBFDB40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D4F4D143-C13C-16FA-78FD-972A25328393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.29</a:t>
              </a:r>
            </a:p>
          </p:txBody>
        </p:sp>
      </p:grp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66F49B64-588A-47EB-23B8-A9726BCCCBB7}"/>
              </a:ext>
            </a:extLst>
          </p:cNvPr>
          <p:cNvCxnSpPr>
            <a:cxnSpLocks/>
            <a:stCxn id="245" idx="3"/>
            <a:endCxn id="248" idx="1"/>
          </p:cNvCxnSpPr>
          <p:nvPr/>
        </p:nvCxnSpPr>
        <p:spPr bwMode="gray">
          <a:xfrm>
            <a:off x="5469481" y="3924025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517D03D-7835-56BE-519E-25E24A64AB85}"/>
              </a:ext>
            </a:extLst>
          </p:cNvPr>
          <p:cNvGrpSpPr/>
          <p:nvPr/>
        </p:nvGrpSpPr>
        <p:grpSpPr>
          <a:xfrm>
            <a:off x="5574239" y="3852017"/>
            <a:ext cx="526748" cy="144016"/>
            <a:chOff x="5883821" y="3000931"/>
            <a:chExt cx="526748" cy="144016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D510D13D-E9E7-492D-F441-74B9741B106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F9C0CEC4-4357-ECD9-005D-C18486B0C647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9400185E-2699-0D5D-6D05-128C9DC6A373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.17</a:t>
              </a:r>
            </a:p>
          </p:txBody>
        </p:sp>
      </p:grp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3711B41C-460F-4A1A-DF20-A735C70F58C0}"/>
              </a:ext>
            </a:extLst>
          </p:cNvPr>
          <p:cNvCxnSpPr>
            <a:cxnSpLocks/>
            <a:stCxn id="265" idx="3"/>
            <a:endCxn id="267" idx="1"/>
          </p:cNvCxnSpPr>
          <p:nvPr/>
        </p:nvCxnSpPr>
        <p:spPr bwMode="gray">
          <a:xfrm>
            <a:off x="4835374" y="4169047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7A4E338E-ADBE-E56F-6F6E-960B4A53000C}"/>
              </a:ext>
            </a:extLst>
          </p:cNvPr>
          <p:cNvGrpSpPr/>
          <p:nvPr/>
        </p:nvGrpSpPr>
        <p:grpSpPr>
          <a:xfrm>
            <a:off x="4308626" y="4097039"/>
            <a:ext cx="526748" cy="144016"/>
            <a:chOff x="5883821" y="3000931"/>
            <a:chExt cx="526748" cy="144016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71838D37-508D-A5D2-617C-16075B0E461F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99F46625-AB7D-C11F-DFC3-B6C1B412FDE8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C73817B3-F570-D282-20A6-3096A22A8B86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.93</a:t>
              </a: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CA5EE878-EFB8-DC08-5B7A-A653998DFF88}"/>
              </a:ext>
            </a:extLst>
          </p:cNvPr>
          <p:cNvGrpSpPr/>
          <p:nvPr/>
        </p:nvGrpSpPr>
        <p:grpSpPr>
          <a:xfrm>
            <a:off x="4942733" y="4097039"/>
            <a:ext cx="526748" cy="144016"/>
            <a:chOff x="5883821" y="3000931"/>
            <a:chExt cx="526748" cy="144016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2CD26468-A760-9307-3420-EC6FC8FE933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E7AFF87B-A817-4748-AE82-731FF3090C06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ED430CB2-A25F-FFAD-319C-D014D29EB30C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.38</a:t>
              </a:r>
            </a:p>
          </p:txBody>
        </p:sp>
      </p:grp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301AA920-C65E-B728-7456-46B5CFC36F46}"/>
              </a:ext>
            </a:extLst>
          </p:cNvPr>
          <p:cNvCxnSpPr>
            <a:cxnSpLocks/>
            <a:stCxn id="269" idx="3"/>
            <a:endCxn id="272" idx="1"/>
          </p:cNvCxnSpPr>
          <p:nvPr/>
        </p:nvCxnSpPr>
        <p:spPr bwMode="gray">
          <a:xfrm>
            <a:off x="5469481" y="4169047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4E8F489-F31F-DEEC-A27E-386EA8F8D135}"/>
              </a:ext>
            </a:extLst>
          </p:cNvPr>
          <p:cNvGrpSpPr/>
          <p:nvPr/>
        </p:nvGrpSpPr>
        <p:grpSpPr>
          <a:xfrm>
            <a:off x="5574239" y="4097039"/>
            <a:ext cx="526748" cy="144016"/>
            <a:chOff x="5883821" y="3000931"/>
            <a:chExt cx="526748" cy="144016"/>
          </a:xfrm>
        </p:grpSpPr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9949838E-0C9A-99C4-2AC1-DA414D3239B2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1557F0D5-0E82-2088-7EA8-727AF8932129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379DCF5E-2F5C-2798-D6C7-5D7BE0858168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.37</a:t>
              </a:r>
            </a:p>
          </p:txBody>
        </p:sp>
      </p:grp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FFED551A-C866-4911-0756-765FDA1B70A9}"/>
              </a:ext>
            </a:extLst>
          </p:cNvPr>
          <p:cNvCxnSpPr>
            <a:cxnSpLocks/>
            <a:stCxn id="274" idx="3"/>
            <a:endCxn id="277" idx="1"/>
          </p:cNvCxnSpPr>
          <p:nvPr/>
        </p:nvCxnSpPr>
        <p:spPr bwMode="gray">
          <a:xfrm>
            <a:off x="6100987" y="4169047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BB8656DB-F680-2BC0-4936-E381C9772B81}"/>
              </a:ext>
            </a:extLst>
          </p:cNvPr>
          <p:cNvGrpSpPr/>
          <p:nvPr/>
        </p:nvGrpSpPr>
        <p:grpSpPr>
          <a:xfrm>
            <a:off x="6205745" y="4097039"/>
            <a:ext cx="526748" cy="144016"/>
            <a:chOff x="5883821" y="3000931"/>
            <a:chExt cx="526748" cy="144016"/>
          </a:xfrm>
        </p:grpSpPr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37AD6EF6-4F7C-5C2F-E593-D480F7C14615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9E3B3089-DE8E-1FC6-4A63-4708DD53AC97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9D019006-B1F3-7F47-AAF1-CF130AE5898F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.35</a:t>
              </a:r>
            </a:p>
          </p:txBody>
        </p:sp>
      </p:grp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5B36B623-302C-1358-D5C9-DD493F3C532A}"/>
              </a:ext>
            </a:extLst>
          </p:cNvPr>
          <p:cNvCxnSpPr>
            <a:cxnSpLocks/>
            <a:stCxn id="289" idx="3"/>
          </p:cNvCxnSpPr>
          <p:nvPr/>
        </p:nvCxnSpPr>
        <p:spPr bwMode="gray">
          <a:xfrm>
            <a:off x="4835374" y="4412967"/>
            <a:ext cx="10992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984F37CD-7C6F-05A5-2803-F95386A763E7}"/>
              </a:ext>
            </a:extLst>
          </p:cNvPr>
          <p:cNvGrpSpPr/>
          <p:nvPr/>
        </p:nvGrpSpPr>
        <p:grpSpPr>
          <a:xfrm>
            <a:off x="4308626" y="4340959"/>
            <a:ext cx="526748" cy="144016"/>
            <a:chOff x="5883821" y="3000931"/>
            <a:chExt cx="526748" cy="144016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70529DD4-3CD0-6B5D-6744-E599A813789F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B8BFB7C1-803D-A528-64F4-86587E104F21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DAC0C3B7-21DD-D289-B95D-4D6FC8F027D9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.32</a:t>
              </a: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A187A25E-254D-DAF2-E56E-D99C9364F310}"/>
              </a:ext>
            </a:extLst>
          </p:cNvPr>
          <p:cNvGrpSpPr/>
          <p:nvPr/>
        </p:nvGrpSpPr>
        <p:grpSpPr>
          <a:xfrm>
            <a:off x="4942733" y="4340959"/>
            <a:ext cx="526748" cy="144016"/>
            <a:chOff x="5883821" y="3000931"/>
            <a:chExt cx="526748" cy="144016"/>
          </a:xfrm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8150512C-0681-B0F1-A1E8-C560C7F7E6A8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DDFF671C-5DCA-44A0-5D1C-067ECE7B52AB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1CFAAFD0-9861-6D3B-C124-5564B3E26BAA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.28</a:t>
              </a:r>
            </a:p>
          </p:txBody>
        </p:sp>
      </p:grp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5263B7BB-8D86-1A48-84E5-549EB92647E2}"/>
              </a:ext>
            </a:extLst>
          </p:cNvPr>
          <p:cNvCxnSpPr>
            <a:cxnSpLocks/>
          </p:cNvCxnSpPr>
          <p:nvPr/>
        </p:nvCxnSpPr>
        <p:spPr bwMode="gray">
          <a:xfrm>
            <a:off x="5472050" y="4412967"/>
            <a:ext cx="104758" cy="154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1C064480-72B1-0CDC-24E6-5CE042588F81}"/>
              </a:ext>
            </a:extLst>
          </p:cNvPr>
          <p:cNvGrpSpPr/>
          <p:nvPr/>
        </p:nvGrpSpPr>
        <p:grpSpPr>
          <a:xfrm>
            <a:off x="5574239" y="4340959"/>
            <a:ext cx="526748" cy="144016"/>
            <a:chOff x="5883821" y="3000931"/>
            <a:chExt cx="526748" cy="144016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B682A2E5-1B3E-AFD6-ACF7-351ACE5CBB3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2F8B5C0E-1FBE-1679-6039-FBD5899F61D1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58ADDF55-9B83-E99E-0B14-28B6E0576FEB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.35</a:t>
              </a:r>
            </a:p>
          </p:txBody>
        </p:sp>
      </p:grp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B35EA82A-8826-2022-6D97-1AE2F9BFD241}"/>
              </a:ext>
            </a:extLst>
          </p:cNvPr>
          <p:cNvCxnSpPr>
            <a:cxnSpLocks/>
          </p:cNvCxnSpPr>
          <p:nvPr/>
        </p:nvCxnSpPr>
        <p:spPr bwMode="gray">
          <a:xfrm>
            <a:off x="4837943" y="4659982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7AAEB265-212F-A38A-27FD-215B262E6FE5}"/>
              </a:ext>
            </a:extLst>
          </p:cNvPr>
          <p:cNvGrpSpPr/>
          <p:nvPr/>
        </p:nvGrpSpPr>
        <p:grpSpPr>
          <a:xfrm>
            <a:off x="4308626" y="4587974"/>
            <a:ext cx="526748" cy="144016"/>
            <a:chOff x="5883821" y="3000931"/>
            <a:chExt cx="526748" cy="144016"/>
          </a:xfrm>
        </p:grpSpPr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91E203EE-B0E6-AB1C-58E6-EEE48B4C923F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A0DF9EB-8383-BE44-0370-03459186145C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12428EB1-7F77-D9F3-8F72-BAFEB702E8D3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.93</a:t>
              </a:r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55FA537A-A93A-CC97-B321-B5EC8797FB68}"/>
              </a:ext>
            </a:extLst>
          </p:cNvPr>
          <p:cNvGrpSpPr/>
          <p:nvPr/>
        </p:nvGrpSpPr>
        <p:grpSpPr>
          <a:xfrm>
            <a:off x="4942733" y="4587974"/>
            <a:ext cx="526748" cy="144016"/>
            <a:chOff x="5883821" y="3000931"/>
            <a:chExt cx="526748" cy="144016"/>
          </a:xfrm>
        </p:grpSpPr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DEC28BC0-6CDF-C12A-B993-17BDB3CDC0D8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13002C71-3D77-F1D0-2E43-56646C37CDFE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7EDBE07A-A43E-EBEF-C117-BEAEE698C530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.58</a:t>
              </a:r>
            </a:p>
          </p:txBody>
        </p:sp>
      </p:grp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70191BB8-8292-3AB7-1F7F-4967458D34B2}"/>
              </a:ext>
            </a:extLst>
          </p:cNvPr>
          <p:cNvCxnSpPr>
            <a:cxnSpLocks/>
          </p:cNvCxnSpPr>
          <p:nvPr/>
        </p:nvCxnSpPr>
        <p:spPr bwMode="gray">
          <a:xfrm>
            <a:off x="5472050" y="4659982"/>
            <a:ext cx="104758" cy="154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DB269D08-77F1-7387-DA5C-F6A5CCD63C4B}"/>
              </a:ext>
            </a:extLst>
          </p:cNvPr>
          <p:cNvGrpSpPr/>
          <p:nvPr/>
        </p:nvGrpSpPr>
        <p:grpSpPr>
          <a:xfrm>
            <a:off x="5574239" y="4587974"/>
            <a:ext cx="526748" cy="144016"/>
            <a:chOff x="5883821" y="3000931"/>
            <a:chExt cx="526748" cy="144016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CC40E040-A7A1-E477-5785-29FB5E96A608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26D8646C-5D6E-F6AB-506C-2A1CBBBEF812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C0FB1924-196D-521D-8FBF-FDA982C121CB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.52</a:t>
              </a:r>
            </a:p>
          </p:txBody>
        </p:sp>
      </p:grp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B2F130D4-5369-1A15-1FBA-A6732B2B4996}"/>
              </a:ext>
            </a:extLst>
          </p:cNvPr>
          <p:cNvCxnSpPr>
            <a:cxnSpLocks/>
          </p:cNvCxnSpPr>
          <p:nvPr/>
        </p:nvCxnSpPr>
        <p:spPr bwMode="gray">
          <a:xfrm flipV="1">
            <a:off x="6103556" y="4658441"/>
            <a:ext cx="104758" cy="154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7A553594-D3A8-F6FE-BECF-F422A4910F69}"/>
              </a:ext>
            </a:extLst>
          </p:cNvPr>
          <p:cNvGrpSpPr/>
          <p:nvPr/>
        </p:nvGrpSpPr>
        <p:grpSpPr>
          <a:xfrm>
            <a:off x="6205745" y="4587974"/>
            <a:ext cx="526748" cy="144016"/>
            <a:chOff x="5883821" y="3000931"/>
            <a:chExt cx="526748" cy="144016"/>
          </a:xfrm>
        </p:grpSpPr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2571C190-9850-4832-7E13-51586F135E0E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71101CC0-A119-9215-6127-DDFB42482257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E71EA877-538B-2CBC-EB17-4B5659B9C8F8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.40</a:t>
              </a:r>
            </a:p>
          </p:txBody>
        </p:sp>
      </p:grpSp>
      <p:sp>
        <p:nvSpPr>
          <p:cNvPr id="340" name="Rectangle 339">
            <a:extLst>
              <a:ext uri="{FF2B5EF4-FFF2-40B4-BE49-F238E27FC236}">
                <a16:creationId xmlns:a16="http://schemas.microsoft.com/office/drawing/2014/main" id="{A86F3E9E-C425-F953-059A-B4FD006AFE3B}"/>
              </a:ext>
            </a:extLst>
          </p:cNvPr>
          <p:cNvSpPr/>
          <p:nvPr/>
        </p:nvSpPr>
        <p:spPr bwMode="gray">
          <a:xfrm>
            <a:off x="3876719" y="4484975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77E3D799-E070-575C-D428-1098771215E8}"/>
              </a:ext>
            </a:extLst>
          </p:cNvPr>
          <p:cNvSpPr/>
          <p:nvPr/>
        </p:nvSpPr>
        <p:spPr bwMode="gray">
          <a:xfrm>
            <a:off x="3718803" y="4484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9FFBFABF-A228-567F-5884-65856D0686DD}"/>
              </a:ext>
            </a:extLst>
          </p:cNvPr>
          <p:cNvCxnSpPr>
            <a:cxnSpLocks/>
          </p:cNvCxnSpPr>
          <p:nvPr/>
        </p:nvCxnSpPr>
        <p:spPr bwMode="gray">
          <a:xfrm>
            <a:off x="4835374" y="4897836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7D3524E6-F072-3113-2347-2F3FCE6BA6BD}"/>
              </a:ext>
            </a:extLst>
          </p:cNvPr>
          <p:cNvGrpSpPr/>
          <p:nvPr/>
        </p:nvGrpSpPr>
        <p:grpSpPr>
          <a:xfrm>
            <a:off x="4308626" y="4825828"/>
            <a:ext cx="526748" cy="144016"/>
            <a:chOff x="5883821" y="3000931"/>
            <a:chExt cx="526748" cy="144016"/>
          </a:xfrm>
        </p:grpSpPr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38061D69-E2A8-6EB3-B0B5-4A557D1E5A96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0699EE0B-27FA-AAB6-9977-78021F8BA96E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41C50E6D-E818-A4FB-93DA-98B30C1B41D0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.34</a:t>
              </a: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6673E80B-CE4C-6BD6-54EA-A5770E5F3D08}"/>
              </a:ext>
            </a:extLst>
          </p:cNvPr>
          <p:cNvGrpSpPr/>
          <p:nvPr/>
        </p:nvGrpSpPr>
        <p:grpSpPr>
          <a:xfrm>
            <a:off x="4942733" y="4825828"/>
            <a:ext cx="526748" cy="144016"/>
            <a:chOff x="5883821" y="3000931"/>
            <a:chExt cx="526748" cy="144016"/>
          </a:xfrm>
        </p:grpSpPr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A1C72391-1347-FCFC-6D11-FED28FD9ECB6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B4B7C9FC-7151-CAD1-BD5D-86403D1C2CBA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851B0E29-E5AE-2928-A200-48939826F034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.19</a:t>
              </a:r>
            </a:p>
          </p:txBody>
        </p:sp>
      </p:grpSp>
      <p:cxnSp>
        <p:nvCxnSpPr>
          <p:cNvPr id="354" name="Straight Arrow Connector 353">
            <a:extLst>
              <a:ext uri="{FF2B5EF4-FFF2-40B4-BE49-F238E27FC236}">
                <a16:creationId xmlns:a16="http://schemas.microsoft.com/office/drawing/2014/main" id="{E81991BD-1B74-5FEC-4412-79D5B429B30A}"/>
              </a:ext>
            </a:extLst>
          </p:cNvPr>
          <p:cNvCxnSpPr>
            <a:cxnSpLocks/>
          </p:cNvCxnSpPr>
          <p:nvPr/>
        </p:nvCxnSpPr>
        <p:spPr bwMode="gray">
          <a:xfrm>
            <a:off x="5469481" y="4897836"/>
            <a:ext cx="104758" cy="154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F731A9D4-C57C-EEA3-CBE8-2701D6AB6284}"/>
              </a:ext>
            </a:extLst>
          </p:cNvPr>
          <p:cNvGrpSpPr/>
          <p:nvPr/>
        </p:nvGrpSpPr>
        <p:grpSpPr>
          <a:xfrm>
            <a:off x="5574239" y="4825828"/>
            <a:ext cx="526748" cy="144016"/>
            <a:chOff x="5883821" y="3000931"/>
            <a:chExt cx="526748" cy="144016"/>
          </a:xfrm>
        </p:grpSpPr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6BA6DC4-7FF8-BC1C-7426-4B74264489CA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D33F2B19-CB60-14AF-53B1-5C1924CCD034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997DD36A-17F3-2AFE-FB3B-3975E9AEF829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.16</a:t>
              </a:r>
            </a:p>
          </p:txBody>
        </p:sp>
      </p:grp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1C575D49-B436-F903-C17B-EB453B805BD1}"/>
              </a:ext>
            </a:extLst>
          </p:cNvPr>
          <p:cNvCxnSpPr>
            <a:cxnSpLocks/>
          </p:cNvCxnSpPr>
          <p:nvPr/>
        </p:nvCxnSpPr>
        <p:spPr bwMode="gray">
          <a:xfrm flipV="1">
            <a:off x="6100987" y="4896295"/>
            <a:ext cx="104758" cy="154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12CE43A-770E-8C26-88A7-FB75901518C3}"/>
              </a:ext>
            </a:extLst>
          </p:cNvPr>
          <p:cNvGrpSpPr/>
          <p:nvPr/>
        </p:nvGrpSpPr>
        <p:grpSpPr>
          <a:xfrm>
            <a:off x="6205745" y="4825828"/>
            <a:ext cx="526748" cy="144016"/>
            <a:chOff x="5883821" y="3000931"/>
            <a:chExt cx="526748" cy="144016"/>
          </a:xfrm>
        </p:grpSpPr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72CD75B4-830D-40BF-E15C-1FAA5596153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50B78DA-FBBA-9A47-DE1A-1A1F95C3230E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22E23EFB-EFC0-A752-16F3-71F7B0CDA44B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.28</a:t>
              </a:r>
            </a:p>
          </p:txBody>
        </p:sp>
      </p:grp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19675351-6706-D614-BDC3-1D76EC63294B}"/>
              </a:ext>
            </a:extLst>
          </p:cNvPr>
          <p:cNvCxnSpPr>
            <a:cxnSpLocks/>
          </p:cNvCxnSpPr>
          <p:nvPr/>
        </p:nvCxnSpPr>
        <p:spPr bwMode="gray">
          <a:xfrm flipV="1">
            <a:off x="6732493" y="4897836"/>
            <a:ext cx="104758" cy="154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6345B0F0-B76B-ECBB-429E-3E651F516F4B}"/>
              </a:ext>
            </a:extLst>
          </p:cNvPr>
          <p:cNvGrpSpPr/>
          <p:nvPr/>
        </p:nvGrpSpPr>
        <p:grpSpPr>
          <a:xfrm>
            <a:off x="6837251" y="4825828"/>
            <a:ext cx="526748" cy="144016"/>
            <a:chOff x="5883821" y="3000931"/>
            <a:chExt cx="526748" cy="144016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682D1365-9704-0F7A-E1B9-D670E0E8E453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083A8C69-D161-DC48-8856-555C2BDCDE4C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375752BB-6050-4FA1-77D0-647E1310B23E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.37</a:t>
              </a:r>
            </a:p>
          </p:txBody>
        </p:sp>
      </p:grpSp>
      <p:cxnSp>
        <p:nvCxnSpPr>
          <p:cNvPr id="369" name="Straight Arrow Connector 368">
            <a:extLst>
              <a:ext uri="{FF2B5EF4-FFF2-40B4-BE49-F238E27FC236}">
                <a16:creationId xmlns:a16="http://schemas.microsoft.com/office/drawing/2014/main" id="{257EE18E-8A73-D3EE-1BF3-0A2494D64CDD}"/>
              </a:ext>
            </a:extLst>
          </p:cNvPr>
          <p:cNvCxnSpPr>
            <a:cxnSpLocks/>
            <a:stCxn id="340" idx="3"/>
            <a:endCxn id="386" idx="1"/>
          </p:cNvCxnSpPr>
          <p:nvPr/>
        </p:nvCxnSpPr>
        <p:spPr bwMode="gray">
          <a:xfrm>
            <a:off x="4020735" y="4556983"/>
            <a:ext cx="260227" cy="34081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0B5D200-ABC0-93EF-2696-CA8CDB71CB8B}"/>
              </a:ext>
            </a:extLst>
          </p:cNvPr>
          <p:cNvSpPr/>
          <p:nvPr/>
        </p:nvSpPr>
        <p:spPr bwMode="gray">
          <a:xfrm>
            <a:off x="4280962" y="3098373"/>
            <a:ext cx="2484281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26C46A3F-F5C1-6B04-AC4C-39406E272114}"/>
              </a:ext>
            </a:extLst>
          </p:cNvPr>
          <p:cNvSpPr/>
          <p:nvPr/>
        </p:nvSpPr>
        <p:spPr bwMode="gray">
          <a:xfrm>
            <a:off x="4280962" y="3583645"/>
            <a:ext cx="3099350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B94AA190-0C3C-5899-4F4D-268ED98EFA38}"/>
              </a:ext>
            </a:extLst>
          </p:cNvPr>
          <p:cNvSpPr/>
          <p:nvPr/>
        </p:nvSpPr>
        <p:spPr bwMode="gray">
          <a:xfrm>
            <a:off x="4280962" y="3824010"/>
            <a:ext cx="1876079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45483DA-771B-79B4-0B26-66E85FB59902}"/>
              </a:ext>
            </a:extLst>
          </p:cNvPr>
          <p:cNvSpPr/>
          <p:nvPr/>
        </p:nvSpPr>
        <p:spPr bwMode="gray">
          <a:xfrm>
            <a:off x="4280962" y="4072852"/>
            <a:ext cx="2484281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7D4C3617-AC6E-FCC2-780C-72362F3CECBE}"/>
              </a:ext>
            </a:extLst>
          </p:cNvPr>
          <p:cNvSpPr/>
          <p:nvPr/>
        </p:nvSpPr>
        <p:spPr bwMode="gray">
          <a:xfrm>
            <a:off x="4280962" y="4314166"/>
            <a:ext cx="1876079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9E5D1B0A-DEFA-F157-0885-C442C76C3AD8}"/>
              </a:ext>
            </a:extLst>
          </p:cNvPr>
          <p:cNvSpPr/>
          <p:nvPr/>
        </p:nvSpPr>
        <p:spPr bwMode="gray">
          <a:xfrm>
            <a:off x="4280962" y="4563390"/>
            <a:ext cx="2484281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0D129C79-84B8-EAFB-AEE4-12AE8178AAE3}"/>
              </a:ext>
            </a:extLst>
          </p:cNvPr>
          <p:cNvSpPr/>
          <p:nvPr/>
        </p:nvSpPr>
        <p:spPr bwMode="gray">
          <a:xfrm>
            <a:off x="4280962" y="4799400"/>
            <a:ext cx="3099350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42ABC5AC-F94C-5CB8-1799-7A9E75840D40}"/>
              </a:ext>
            </a:extLst>
          </p:cNvPr>
          <p:cNvSpPr/>
          <p:nvPr/>
        </p:nvSpPr>
        <p:spPr bwMode="gray">
          <a:xfrm>
            <a:off x="4280962" y="3342460"/>
            <a:ext cx="2484281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7A9F3A2E-F7AB-7F3A-2A5E-33EECA47D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98" y="2762679"/>
            <a:ext cx="2191162" cy="2299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8" name="TextBox 427">
            <a:extLst>
              <a:ext uri="{FF2B5EF4-FFF2-40B4-BE49-F238E27FC236}">
                <a16:creationId xmlns:a16="http://schemas.microsoft.com/office/drawing/2014/main" id="{888C2B45-78AD-A429-276C-75F732039E97}"/>
              </a:ext>
            </a:extLst>
          </p:cNvPr>
          <p:cNvSpPr txBox="1"/>
          <p:nvPr/>
        </p:nvSpPr>
        <p:spPr bwMode="gray">
          <a:xfrm>
            <a:off x="7019959" y="4374485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Kante muss zweimal eingefügt werden</a:t>
            </a:r>
          </a:p>
        </p:txBody>
      </p:sp>
      <p:cxnSp>
        <p:nvCxnSpPr>
          <p:cNvPr id="429" name="Straight Arrow Connector 428">
            <a:extLst>
              <a:ext uri="{FF2B5EF4-FFF2-40B4-BE49-F238E27FC236}">
                <a16:creationId xmlns:a16="http://schemas.microsoft.com/office/drawing/2014/main" id="{D3E39907-710D-E23F-6860-80B564B8D46D}"/>
              </a:ext>
            </a:extLst>
          </p:cNvPr>
          <p:cNvCxnSpPr>
            <a:cxnSpLocks/>
            <a:stCxn id="428" idx="1"/>
            <a:endCxn id="383" idx="3"/>
          </p:cNvCxnSpPr>
          <p:nvPr/>
        </p:nvCxnSpPr>
        <p:spPr bwMode="gray">
          <a:xfrm flipH="1" flipV="1">
            <a:off x="6765243" y="4171250"/>
            <a:ext cx="254716" cy="3699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ACEB602B-75E1-0399-665D-8942DCEAC09E}"/>
              </a:ext>
            </a:extLst>
          </p:cNvPr>
          <p:cNvCxnSpPr>
            <a:cxnSpLocks/>
            <a:stCxn id="428" idx="1"/>
            <a:endCxn id="298" idx="3"/>
          </p:cNvCxnSpPr>
          <p:nvPr/>
        </p:nvCxnSpPr>
        <p:spPr bwMode="gray">
          <a:xfrm flipH="1" flipV="1">
            <a:off x="6100987" y="4412967"/>
            <a:ext cx="918972" cy="12820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9AB8D0F8-0781-2015-9648-98F95FF5A2B1}"/>
              </a:ext>
            </a:extLst>
          </p:cNvPr>
          <p:cNvSpPr txBox="1"/>
          <p:nvPr/>
        </p:nvSpPr>
        <p:spPr bwMode="gray">
          <a:xfrm>
            <a:off x="6660232" y="2608790"/>
            <a:ext cx="226525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400" b="1" dirty="0">
                <a:hlinkClick r:id="rId3"/>
              </a:rPr>
              <a:t>weighted_graph.h</a:t>
            </a:r>
            <a:endParaRPr lang="en-DE" sz="1400" b="1" dirty="0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D5F241A5-9EA9-07B9-1843-5CC4B63F652F}"/>
              </a:ext>
            </a:extLst>
          </p:cNvPr>
          <p:cNvSpPr txBox="1"/>
          <p:nvPr/>
        </p:nvSpPr>
        <p:spPr bwMode="gray">
          <a:xfrm>
            <a:off x="6660232" y="2872172"/>
            <a:ext cx="226525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400" b="1" dirty="0">
                <a:hlinkClick r:id="rId4"/>
              </a:rPr>
              <a:t>weighted_digraph.h</a:t>
            </a:r>
            <a:endParaRPr lang="en-DE" sz="1400" b="1" dirty="0"/>
          </a:p>
        </p:txBody>
      </p:sp>
    </p:spTree>
    <p:extLst>
      <p:ext uri="{BB962C8B-B14F-4D97-AF65-F5344CB8AC3E}">
        <p14:creationId xmlns:p14="http://schemas.microsoft.com/office/powerpoint/2010/main" val="7619064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87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91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9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97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00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3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9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55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59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62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65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68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3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4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7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0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19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23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26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29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32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35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500"/>
                            </p:stCondLst>
                            <p:childTnLst>
                              <p:par>
                                <p:cTn id="3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6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6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9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1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2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95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6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8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99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02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05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9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3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5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1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47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8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51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3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5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57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9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60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500"/>
                            </p:stCondLst>
                            <p:childTnLst>
                              <p:par>
                                <p:cTn id="4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9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2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1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0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5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6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1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2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8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11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15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7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18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0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21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500"/>
                            </p:stCondLst>
                            <p:childTnLst>
                              <p:par>
                                <p:cTn id="5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3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6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5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9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0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1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3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6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7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9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0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63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4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67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70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73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5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76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2" fill="hold">
                            <p:stCondLst>
                              <p:cond delay="500"/>
                            </p:stCondLst>
                            <p:childTnLst>
                              <p:par>
                                <p:cTn id="5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5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8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4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0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3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6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0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2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4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5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7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8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4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6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27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8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31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34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37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40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43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8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" fill="hold">
                            <p:stCondLst>
                              <p:cond delay="500"/>
                            </p:stCondLst>
                            <p:childTnLst>
                              <p:par>
                                <p:cTn id="6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2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1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0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3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6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9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fill="hold">
                      <p:stCondLst>
                        <p:cond delay="indefinite"/>
                      </p:stCondLst>
                      <p:childTnLst>
                        <p:par>
                          <p:cTn id="681" fill="hold">
                            <p:stCondLst>
                              <p:cond delay="0"/>
                            </p:stCondLst>
                            <p:childTnLst>
                              <p:par>
                                <p:cTn id="6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7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1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3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4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7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0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3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4" fill="hold">
                      <p:stCondLst>
                        <p:cond delay="indefinite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id="70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7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708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indefinite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3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6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9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fill="hold">
                      <p:stCondLst>
                        <p:cond delay="indefinite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3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8" fill="hold">
                      <p:stCondLst>
                        <p:cond delay="indefinite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id="7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8" fill="hold">
                      <p:stCondLst>
                        <p:cond delay="indefinite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2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3" fill="hold">
                      <p:stCondLst>
                        <p:cond delay="indefinite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7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6" grpId="0"/>
      <p:bldP spid="69" grpId="0" animBg="1"/>
      <p:bldP spid="70" grpId="0" animBg="1"/>
      <p:bldP spid="72" grpId="0" animBg="1"/>
      <p:bldP spid="73" grpId="0" animBg="1"/>
      <p:bldP spid="74" grpId="0" animBg="1"/>
      <p:bldP spid="78" grpId="0" animBg="1"/>
      <p:bldP spid="80" grpId="0" animBg="1"/>
      <p:bldP spid="81" grpId="0" animBg="1"/>
      <p:bldP spid="86" grpId="0"/>
      <p:bldP spid="89" grpId="0"/>
      <p:bldP spid="90" grpId="0"/>
      <p:bldP spid="95" grpId="0"/>
      <p:bldP spid="98" grpId="0"/>
      <p:bldP spid="99" grpId="0"/>
      <p:bldP spid="101" grpId="0"/>
      <p:bldP spid="102" grpId="0"/>
      <p:bldP spid="104" grpId="0"/>
      <p:bldP spid="107" grpId="0"/>
      <p:bldP spid="108" grpId="0"/>
      <p:bldP spid="110" grpId="0"/>
      <p:bldP spid="111" grpId="0"/>
      <p:bldP spid="113" grpId="0"/>
      <p:bldP spid="114" grpId="0"/>
      <p:bldP spid="116" grpId="0"/>
      <p:bldP spid="340" grpId="0" animBg="1"/>
      <p:bldP spid="341" grpId="0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428" grpId="0"/>
      <p:bldP spid="436" grpId="0"/>
      <p:bldP spid="4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b="1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53299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7E8139-C71E-FF09-8208-B839386FB7B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Definition (Spannbaum)</a:t>
                </a:r>
                <a:r>
                  <a:rPr lang="de-DE" dirty="0"/>
                  <a:t>. Ein </a:t>
                </a:r>
                <a:r>
                  <a:rPr lang="de-DE" b="1" dirty="0"/>
                  <a:t>Spannbaum</a:t>
                </a:r>
                <a:r>
                  <a:rPr lang="de-DE" dirty="0"/>
                  <a:t> eines ungerichteten Graphen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ist ein Teilgraph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 der </a:t>
                </a:r>
              </a:p>
              <a:p>
                <a:pPr lvl="2"/>
                <a:r>
                  <a:rPr lang="de-DE" sz="1200" b="1" dirty="0"/>
                  <a:t>zusammenhängend</a:t>
                </a:r>
                <a:r>
                  <a:rPr lang="de-DE" sz="1200" dirty="0"/>
                  <a:t> ist</a:t>
                </a:r>
              </a:p>
              <a:p>
                <a:pPr lvl="2"/>
                <a:r>
                  <a:rPr lang="de-DE" sz="1200" b="1" dirty="0"/>
                  <a:t>azyklisch</a:t>
                </a:r>
                <a:r>
                  <a:rPr lang="de-DE" sz="1200" dirty="0"/>
                  <a:t> ist,</a:t>
                </a:r>
              </a:p>
              <a:p>
                <a:pPr lvl="2"/>
                <a:r>
                  <a:rPr lang="de-DE" sz="1200" b="1" dirty="0"/>
                  <a:t>alle Knoten umfasst</a:t>
                </a:r>
                <a:r>
                  <a:rPr lang="de-DE" sz="1200" dirty="0"/>
                  <a:t>.</a:t>
                </a:r>
              </a:p>
              <a:p>
                <a:r>
                  <a:rPr lang="de-DE" b="1" dirty="0"/>
                  <a:t>Folgerung</a:t>
                </a:r>
                <a:r>
                  <a:rPr lang="de-DE" dirty="0"/>
                  <a:t>: Jeder Spannbaum hat genau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Kanten!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7E8139-C71E-FF09-8208-B839386FB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85DEB4-72F1-7185-DDA8-4D9383FE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Spannbaum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2F1107-5229-02E6-9DA1-449B948A3666}"/>
              </a:ext>
            </a:extLst>
          </p:cNvPr>
          <p:cNvCxnSpPr>
            <a:cxnSpLocks/>
            <a:stCxn id="21" idx="7"/>
            <a:endCxn id="18" idx="2"/>
          </p:cNvCxnSpPr>
          <p:nvPr/>
        </p:nvCxnSpPr>
        <p:spPr bwMode="gray">
          <a:xfrm flipV="1">
            <a:off x="6765502" y="1743515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81CB0C-BF4A-A4D6-9219-2CE6AD1E2148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 bwMode="gray">
          <a:xfrm flipV="1">
            <a:off x="7593471" y="2275186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793644-38A1-8976-2B90-598C2FBDEFF2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 bwMode="gray">
          <a:xfrm>
            <a:off x="7552051" y="1743515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2F60F6-7FBA-EBDF-6A16-381B1B1EF4F2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 bwMode="gray">
          <a:xfrm flipH="1">
            <a:off x="6673308" y="1997727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37F264-38A0-2B6F-0C2E-1B616CD3A076}"/>
              </a:ext>
            </a:extLst>
          </p:cNvPr>
          <p:cNvCxnSpPr>
            <a:cxnSpLocks/>
            <a:stCxn id="24" idx="1"/>
            <a:endCxn id="21" idx="6"/>
          </p:cNvCxnSpPr>
          <p:nvPr/>
        </p:nvCxnSpPr>
        <p:spPr bwMode="gray">
          <a:xfrm flipH="1" flipV="1">
            <a:off x="6797138" y="1889715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CD70A3-9064-30FE-5924-146BABD5F456}"/>
              </a:ext>
            </a:extLst>
          </p:cNvPr>
          <p:cNvCxnSpPr>
            <a:cxnSpLocks/>
            <a:stCxn id="17" idx="1"/>
            <a:endCxn id="24" idx="5"/>
          </p:cNvCxnSpPr>
          <p:nvPr/>
        </p:nvCxnSpPr>
        <p:spPr bwMode="gray">
          <a:xfrm flipH="1" flipV="1">
            <a:off x="7260630" y="2159406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E17B83-61F2-B448-5F6B-347F7F2A773E}"/>
              </a:ext>
            </a:extLst>
          </p:cNvPr>
          <p:cNvCxnSpPr>
            <a:cxnSpLocks/>
            <a:stCxn id="17" idx="3"/>
            <a:endCxn id="23" idx="6"/>
          </p:cNvCxnSpPr>
          <p:nvPr/>
        </p:nvCxnSpPr>
        <p:spPr bwMode="gray">
          <a:xfrm flipH="1">
            <a:off x="6781320" y="2461915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9505C0-1FFB-765C-87CA-0A9A2E0436FB}"/>
              </a:ext>
            </a:extLst>
          </p:cNvPr>
          <p:cNvCxnSpPr>
            <a:cxnSpLocks/>
            <a:stCxn id="24" idx="3"/>
            <a:endCxn id="23" idx="7"/>
          </p:cNvCxnSpPr>
          <p:nvPr/>
        </p:nvCxnSpPr>
        <p:spPr bwMode="gray">
          <a:xfrm flipH="1">
            <a:off x="6749684" y="2159406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AC32FF-042B-0184-64B9-0893A288BEE2}"/>
              </a:ext>
            </a:extLst>
          </p:cNvPr>
          <p:cNvCxnSpPr>
            <a:cxnSpLocks/>
            <a:stCxn id="20" idx="1"/>
            <a:endCxn id="24" idx="6"/>
          </p:cNvCxnSpPr>
          <p:nvPr/>
        </p:nvCxnSpPr>
        <p:spPr bwMode="gray">
          <a:xfrm flipH="1" flipV="1">
            <a:off x="7292266" y="2083030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CC01FE-4E8F-001B-4FAF-AA3334C08C22}"/>
              </a:ext>
            </a:extLst>
          </p:cNvPr>
          <p:cNvCxnSpPr>
            <a:cxnSpLocks/>
            <a:stCxn id="19" idx="5"/>
            <a:endCxn id="22" idx="0"/>
          </p:cNvCxnSpPr>
          <p:nvPr/>
        </p:nvCxnSpPr>
        <p:spPr bwMode="gray">
          <a:xfrm>
            <a:off x="8040260" y="1906429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16F998-B4F4-BE49-A21C-641A597048A3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 bwMode="gray">
          <a:xfrm flipH="1">
            <a:off x="6781320" y="2690454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E7D9D7-CF96-76F3-6F62-934B264CC06E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 bwMode="gray">
          <a:xfrm>
            <a:off x="7963884" y="1938065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62BE10-4546-C350-3164-7A2DA5DADAB4}"/>
              </a:ext>
            </a:extLst>
          </p:cNvPr>
          <p:cNvCxnSpPr>
            <a:cxnSpLocks/>
            <a:stCxn id="24" idx="7"/>
            <a:endCxn id="18" idx="3"/>
          </p:cNvCxnSpPr>
          <p:nvPr/>
        </p:nvCxnSpPr>
        <p:spPr bwMode="gray">
          <a:xfrm flipV="1">
            <a:off x="7260630" y="1819891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1C0423-20EC-0145-4101-31F1889478BD}"/>
              </a:ext>
            </a:extLst>
          </p:cNvPr>
          <p:cNvCxnSpPr>
            <a:cxnSpLocks/>
            <a:stCxn id="20" idx="5"/>
            <a:endCxn id="22" idx="1"/>
          </p:cNvCxnSpPr>
          <p:nvPr/>
        </p:nvCxnSpPr>
        <p:spPr bwMode="gray">
          <a:xfrm>
            <a:off x="8053512" y="2351562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053E0F-5E0B-BEF6-35ED-A863C9BDCF7E}"/>
              </a:ext>
            </a:extLst>
          </p:cNvPr>
          <p:cNvCxnSpPr>
            <a:cxnSpLocks/>
            <a:stCxn id="17" idx="5"/>
            <a:endCxn id="22" idx="2"/>
          </p:cNvCxnSpPr>
          <p:nvPr/>
        </p:nvCxnSpPr>
        <p:spPr bwMode="gray">
          <a:xfrm>
            <a:off x="7561835" y="2461915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6854C0-CF5E-FB6B-8668-C057DCCC6386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 bwMode="gray">
          <a:xfrm>
            <a:off x="7520415" y="1819891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436FEE7-6D57-7E34-AA6A-A2336C263746}"/>
              </a:ext>
            </a:extLst>
          </p:cNvPr>
          <p:cNvSpPr/>
          <p:nvPr/>
        </p:nvSpPr>
        <p:spPr bwMode="gray">
          <a:xfrm>
            <a:off x="7377447" y="22775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30DF60-974F-83AC-35B8-EC9DFE57E119}"/>
              </a:ext>
            </a:extLst>
          </p:cNvPr>
          <p:cNvSpPr/>
          <p:nvPr/>
        </p:nvSpPr>
        <p:spPr bwMode="gray">
          <a:xfrm>
            <a:off x="7336027" y="16355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60CD99A-6FFA-3709-CFAC-026C46A7B036}"/>
              </a:ext>
            </a:extLst>
          </p:cNvPr>
          <p:cNvSpPr/>
          <p:nvPr/>
        </p:nvSpPr>
        <p:spPr bwMode="gray">
          <a:xfrm>
            <a:off x="7855872" y="172204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883D08-0DC9-BE25-687C-B8B4D08F4130}"/>
              </a:ext>
            </a:extLst>
          </p:cNvPr>
          <p:cNvSpPr/>
          <p:nvPr/>
        </p:nvSpPr>
        <p:spPr bwMode="gray">
          <a:xfrm>
            <a:off x="7869124" y="216717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D04E386-CAD9-C696-1D14-B7CE4B1F6B6D}"/>
              </a:ext>
            </a:extLst>
          </p:cNvPr>
          <p:cNvSpPr/>
          <p:nvPr/>
        </p:nvSpPr>
        <p:spPr bwMode="gray">
          <a:xfrm>
            <a:off x="6581114" y="17817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083296C-7067-FD8C-4CC5-DEABED5EECE3}"/>
              </a:ext>
            </a:extLst>
          </p:cNvPr>
          <p:cNvSpPr/>
          <p:nvPr/>
        </p:nvSpPr>
        <p:spPr bwMode="gray">
          <a:xfrm>
            <a:off x="8494441" y="25824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4E409DB-072E-EBD7-6D56-53CCC1A8D4DD}"/>
              </a:ext>
            </a:extLst>
          </p:cNvPr>
          <p:cNvSpPr/>
          <p:nvPr/>
        </p:nvSpPr>
        <p:spPr bwMode="gray">
          <a:xfrm>
            <a:off x="6565296" y="25875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A4A608-E339-5481-90D2-5085651D4BDA}"/>
              </a:ext>
            </a:extLst>
          </p:cNvPr>
          <p:cNvSpPr/>
          <p:nvPr/>
        </p:nvSpPr>
        <p:spPr bwMode="gray">
          <a:xfrm>
            <a:off x="7076242" y="19750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2A68EB-56B4-0EB3-1622-748E72C316B6}"/>
              </a:ext>
            </a:extLst>
          </p:cNvPr>
          <p:cNvCxnSpPr>
            <a:cxnSpLocks/>
            <a:stCxn id="64" idx="7"/>
            <a:endCxn id="61" idx="2"/>
          </p:cNvCxnSpPr>
          <p:nvPr/>
        </p:nvCxnSpPr>
        <p:spPr bwMode="gray">
          <a:xfrm flipV="1">
            <a:off x="451726" y="3455913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9AD530B-8FCF-F92F-9E6B-1AA73CE90CAF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 bwMode="gray">
          <a:xfrm flipV="1">
            <a:off x="1279695" y="3987584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A17A421-5C2E-D9A3-ED0C-584E3029CA12}"/>
              </a:ext>
            </a:extLst>
          </p:cNvPr>
          <p:cNvCxnSpPr>
            <a:cxnSpLocks/>
            <a:stCxn id="61" idx="6"/>
            <a:endCxn id="62" idx="2"/>
          </p:cNvCxnSpPr>
          <p:nvPr/>
        </p:nvCxnSpPr>
        <p:spPr bwMode="gray">
          <a:xfrm>
            <a:off x="1238275" y="3455913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C81963D-C46D-8E25-C635-8F56683176DD}"/>
              </a:ext>
            </a:extLst>
          </p:cNvPr>
          <p:cNvCxnSpPr>
            <a:cxnSpLocks/>
            <a:stCxn id="64" idx="4"/>
            <a:endCxn id="66" idx="0"/>
          </p:cNvCxnSpPr>
          <p:nvPr/>
        </p:nvCxnSpPr>
        <p:spPr bwMode="gray">
          <a:xfrm flipH="1">
            <a:off x="359532" y="3710125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FE3A929-F7AE-2D0A-5F3E-1584C00F9E31}"/>
              </a:ext>
            </a:extLst>
          </p:cNvPr>
          <p:cNvCxnSpPr>
            <a:cxnSpLocks/>
            <a:stCxn id="67" idx="1"/>
            <a:endCxn id="64" idx="6"/>
          </p:cNvCxnSpPr>
          <p:nvPr/>
        </p:nvCxnSpPr>
        <p:spPr bwMode="gray">
          <a:xfrm flipH="1" flipV="1">
            <a:off x="483362" y="3602113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295B195-E19C-ADFD-5710-C9329D045586}"/>
              </a:ext>
            </a:extLst>
          </p:cNvPr>
          <p:cNvCxnSpPr>
            <a:cxnSpLocks/>
            <a:stCxn id="60" idx="1"/>
            <a:endCxn id="67" idx="5"/>
          </p:cNvCxnSpPr>
          <p:nvPr/>
        </p:nvCxnSpPr>
        <p:spPr bwMode="gray">
          <a:xfrm flipH="1" flipV="1">
            <a:off x="946854" y="3871804"/>
            <a:ext cx="148453" cy="14975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9B0AE29-47CD-4DCD-D97B-CB557AF2561B}"/>
              </a:ext>
            </a:extLst>
          </p:cNvPr>
          <p:cNvCxnSpPr>
            <a:cxnSpLocks/>
            <a:stCxn id="60" idx="3"/>
            <a:endCxn id="66" idx="6"/>
          </p:cNvCxnSpPr>
          <p:nvPr/>
        </p:nvCxnSpPr>
        <p:spPr bwMode="gray">
          <a:xfrm flipH="1">
            <a:off x="467544" y="4174313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E2232C6-9F79-89C1-6628-DFD14F0F2A5A}"/>
              </a:ext>
            </a:extLst>
          </p:cNvPr>
          <p:cNvCxnSpPr>
            <a:cxnSpLocks/>
            <a:stCxn id="67" idx="3"/>
            <a:endCxn id="66" idx="7"/>
          </p:cNvCxnSpPr>
          <p:nvPr/>
        </p:nvCxnSpPr>
        <p:spPr bwMode="gray">
          <a:xfrm flipH="1">
            <a:off x="435908" y="3871804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4DE6658-484F-30B7-A0F0-A3E217441C9E}"/>
              </a:ext>
            </a:extLst>
          </p:cNvPr>
          <p:cNvCxnSpPr>
            <a:cxnSpLocks/>
            <a:stCxn id="63" idx="1"/>
            <a:endCxn id="67" idx="6"/>
          </p:cNvCxnSpPr>
          <p:nvPr/>
        </p:nvCxnSpPr>
        <p:spPr bwMode="gray">
          <a:xfrm flipH="1" flipV="1">
            <a:off x="978490" y="3795428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613BF66-F171-51D8-67B1-B25EE74D98DB}"/>
              </a:ext>
            </a:extLst>
          </p:cNvPr>
          <p:cNvCxnSpPr>
            <a:cxnSpLocks/>
            <a:stCxn id="62" idx="5"/>
            <a:endCxn id="65" idx="0"/>
          </p:cNvCxnSpPr>
          <p:nvPr/>
        </p:nvCxnSpPr>
        <p:spPr bwMode="gray">
          <a:xfrm>
            <a:off x="1726484" y="3618827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6D035D2-F462-D5F7-FCA0-33D18EF4F73D}"/>
              </a:ext>
            </a:extLst>
          </p:cNvPr>
          <p:cNvCxnSpPr>
            <a:cxnSpLocks/>
            <a:stCxn id="65" idx="2"/>
            <a:endCxn id="66" idx="6"/>
          </p:cNvCxnSpPr>
          <p:nvPr/>
        </p:nvCxnSpPr>
        <p:spPr bwMode="gray">
          <a:xfrm flipH="1">
            <a:off x="467544" y="4402852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0BC45A6-9AC7-E6F6-8AF0-B84E938D2D46}"/>
              </a:ext>
            </a:extLst>
          </p:cNvPr>
          <p:cNvCxnSpPr>
            <a:cxnSpLocks/>
            <a:stCxn id="62" idx="4"/>
            <a:endCxn id="63" idx="0"/>
          </p:cNvCxnSpPr>
          <p:nvPr/>
        </p:nvCxnSpPr>
        <p:spPr bwMode="gray">
          <a:xfrm>
            <a:off x="1650108" y="3650463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2BD290-9EA2-23CF-7BF1-355BEE8F3F5B}"/>
              </a:ext>
            </a:extLst>
          </p:cNvPr>
          <p:cNvCxnSpPr>
            <a:cxnSpLocks/>
            <a:stCxn id="67" idx="7"/>
            <a:endCxn id="61" idx="3"/>
          </p:cNvCxnSpPr>
          <p:nvPr/>
        </p:nvCxnSpPr>
        <p:spPr bwMode="gray">
          <a:xfrm flipV="1">
            <a:off x="946854" y="3532289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6479F9C-F383-E213-A181-32B4B6D2CE0F}"/>
              </a:ext>
            </a:extLst>
          </p:cNvPr>
          <p:cNvCxnSpPr>
            <a:cxnSpLocks/>
            <a:stCxn id="63" idx="5"/>
            <a:endCxn id="65" idx="1"/>
          </p:cNvCxnSpPr>
          <p:nvPr/>
        </p:nvCxnSpPr>
        <p:spPr bwMode="gray">
          <a:xfrm>
            <a:off x="1739736" y="4063960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CC0F39-4ABF-AC14-7D55-10825CB919DE}"/>
              </a:ext>
            </a:extLst>
          </p:cNvPr>
          <p:cNvCxnSpPr>
            <a:cxnSpLocks/>
            <a:stCxn id="60" idx="5"/>
            <a:endCxn id="65" idx="2"/>
          </p:cNvCxnSpPr>
          <p:nvPr/>
        </p:nvCxnSpPr>
        <p:spPr bwMode="gray">
          <a:xfrm>
            <a:off x="1248059" y="4174313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9ED2249-EFE0-70BD-F486-F3AD28449A8C}"/>
              </a:ext>
            </a:extLst>
          </p:cNvPr>
          <p:cNvCxnSpPr>
            <a:cxnSpLocks/>
            <a:stCxn id="61" idx="5"/>
            <a:endCxn id="63" idx="1"/>
          </p:cNvCxnSpPr>
          <p:nvPr/>
        </p:nvCxnSpPr>
        <p:spPr bwMode="gray">
          <a:xfrm>
            <a:off x="1206639" y="3532289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2EE3E3FF-9AB5-93B3-D3F1-1A2B46B5E114}"/>
              </a:ext>
            </a:extLst>
          </p:cNvPr>
          <p:cNvSpPr/>
          <p:nvPr/>
        </p:nvSpPr>
        <p:spPr bwMode="gray">
          <a:xfrm>
            <a:off x="1063671" y="398992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CB4EFE7-F7BD-F10F-861E-4FAAF6BDA490}"/>
              </a:ext>
            </a:extLst>
          </p:cNvPr>
          <p:cNvSpPr/>
          <p:nvPr/>
        </p:nvSpPr>
        <p:spPr bwMode="gray">
          <a:xfrm>
            <a:off x="1022251" y="33479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DAF67F0-4264-8186-8FA6-369EE997A476}"/>
              </a:ext>
            </a:extLst>
          </p:cNvPr>
          <p:cNvSpPr/>
          <p:nvPr/>
        </p:nvSpPr>
        <p:spPr bwMode="gray">
          <a:xfrm>
            <a:off x="1542096" y="34344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68D4CE8-C5DD-ECCE-D0D5-9DE22186A731}"/>
              </a:ext>
            </a:extLst>
          </p:cNvPr>
          <p:cNvSpPr/>
          <p:nvPr/>
        </p:nvSpPr>
        <p:spPr bwMode="gray">
          <a:xfrm>
            <a:off x="1555348" y="387957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8F5A302-03DA-D3CD-973E-571D248960EE}"/>
              </a:ext>
            </a:extLst>
          </p:cNvPr>
          <p:cNvSpPr/>
          <p:nvPr/>
        </p:nvSpPr>
        <p:spPr bwMode="gray">
          <a:xfrm>
            <a:off x="267338" y="34941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F56F07F-3F18-3372-0057-C5EB0E2423EB}"/>
              </a:ext>
            </a:extLst>
          </p:cNvPr>
          <p:cNvSpPr/>
          <p:nvPr/>
        </p:nvSpPr>
        <p:spPr bwMode="gray">
          <a:xfrm>
            <a:off x="2180665" y="429484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502ADD3-0522-7B1F-B78F-7D3D52CDDEC9}"/>
              </a:ext>
            </a:extLst>
          </p:cNvPr>
          <p:cNvSpPr/>
          <p:nvPr/>
        </p:nvSpPr>
        <p:spPr bwMode="gray">
          <a:xfrm>
            <a:off x="251520" y="42999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EF3326E-52DB-4885-0A2D-ACC330C1C3E8}"/>
              </a:ext>
            </a:extLst>
          </p:cNvPr>
          <p:cNvSpPr/>
          <p:nvPr/>
        </p:nvSpPr>
        <p:spPr bwMode="gray">
          <a:xfrm>
            <a:off x="762466" y="36874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D67A3B9-C480-D368-1D5B-50608A9E094F}"/>
              </a:ext>
            </a:extLst>
          </p:cNvPr>
          <p:cNvCxnSpPr>
            <a:cxnSpLocks/>
            <a:stCxn id="88" idx="7"/>
            <a:endCxn id="85" idx="2"/>
          </p:cNvCxnSpPr>
          <p:nvPr/>
        </p:nvCxnSpPr>
        <p:spPr bwMode="gray">
          <a:xfrm flipV="1">
            <a:off x="2877865" y="3455913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16BB9AA-DBF8-AAF5-822D-6A049DBB8F41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 bwMode="gray">
          <a:xfrm flipV="1">
            <a:off x="3705834" y="3987584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C67AC4B-7E01-9FFA-1DAB-4C8A06B1A4C0}"/>
              </a:ext>
            </a:extLst>
          </p:cNvPr>
          <p:cNvCxnSpPr>
            <a:cxnSpLocks/>
            <a:stCxn id="85" idx="6"/>
            <a:endCxn id="86" idx="2"/>
          </p:cNvCxnSpPr>
          <p:nvPr/>
        </p:nvCxnSpPr>
        <p:spPr bwMode="gray">
          <a:xfrm>
            <a:off x="3664414" y="3455913"/>
            <a:ext cx="303821" cy="8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D298E06-55B4-4860-2153-CFB0D4FEE699}"/>
              </a:ext>
            </a:extLst>
          </p:cNvPr>
          <p:cNvCxnSpPr>
            <a:cxnSpLocks/>
            <a:stCxn id="88" idx="4"/>
            <a:endCxn id="90" idx="0"/>
          </p:cNvCxnSpPr>
          <p:nvPr/>
        </p:nvCxnSpPr>
        <p:spPr bwMode="gray">
          <a:xfrm flipH="1">
            <a:off x="2785671" y="3710125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B7EB3D3-7A11-BCA7-048D-C0A0191EEFB1}"/>
              </a:ext>
            </a:extLst>
          </p:cNvPr>
          <p:cNvCxnSpPr>
            <a:cxnSpLocks/>
            <a:stCxn id="91" idx="1"/>
            <a:endCxn id="88" idx="6"/>
          </p:cNvCxnSpPr>
          <p:nvPr/>
        </p:nvCxnSpPr>
        <p:spPr bwMode="gray">
          <a:xfrm flipH="1" flipV="1">
            <a:off x="2909501" y="3602113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CC03BC1-7DBD-39B5-68C4-0F402786DB4E}"/>
              </a:ext>
            </a:extLst>
          </p:cNvPr>
          <p:cNvCxnSpPr>
            <a:cxnSpLocks/>
            <a:stCxn id="84" idx="1"/>
            <a:endCxn id="91" idx="5"/>
          </p:cNvCxnSpPr>
          <p:nvPr/>
        </p:nvCxnSpPr>
        <p:spPr bwMode="gray">
          <a:xfrm flipH="1" flipV="1">
            <a:off x="3372993" y="3871804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FBC091F-EF0E-C9F5-E02E-E6054C1840A7}"/>
              </a:ext>
            </a:extLst>
          </p:cNvPr>
          <p:cNvCxnSpPr>
            <a:cxnSpLocks/>
            <a:stCxn id="84" idx="3"/>
            <a:endCxn id="90" idx="6"/>
          </p:cNvCxnSpPr>
          <p:nvPr/>
        </p:nvCxnSpPr>
        <p:spPr bwMode="gray">
          <a:xfrm flipH="1">
            <a:off x="2893683" y="4174313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962AB5-8792-2A34-CA8D-2A32082BFF5B}"/>
              </a:ext>
            </a:extLst>
          </p:cNvPr>
          <p:cNvCxnSpPr>
            <a:cxnSpLocks/>
            <a:stCxn id="91" idx="3"/>
            <a:endCxn id="90" idx="7"/>
          </p:cNvCxnSpPr>
          <p:nvPr/>
        </p:nvCxnSpPr>
        <p:spPr bwMode="gray">
          <a:xfrm flipH="1">
            <a:off x="2862047" y="3871804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FC84B9E-2C39-C906-616E-A0F444D18183}"/>
              </a:ext>
            </a:extLst>
          </p:cNvPr>
          <p:cNvCxnSpPr>
            <a:cxnSpLocks/>
            <a:stCxn id="87" idx="1"/>
            <a:endCxn id="91" idx="6"/>
          </p:cNvCxnSpPr>
          <p:nvPr/>
        </p:nvCxnSpPr>
        <p:spPr bwMode="gray">
          <a:xfrm flipH="1" flipV="1">
            <a:off x="3404629" y="3795428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EEC93A2-2A03-EE3B-90AD-B6ED28414AB7}"/>
              </a:ext>
            </a:extLst>
          </p:cNvPr>
          <p:cNvCxnSpPr>
            <a:cxnSpLocks/>
            <a:stCxn id="86" idx="5"/>
            <a:endCxn id="89" idx="0"/>
          </p:cNvCxnSpPr>
          <p:nvPr/>
        </p:nvCxnSpPr>
        <p:spPr bwMode="gray">
          <a:xfrm>
            <a:off x="4152623" y="3618827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89B3673-9608-32DB-4251-259E84316B64}"/>
              </a:ext>
            </a:extLst>
          </p:cNvPr>
          <p:cNvCxnSpPr>
            <a:cxnSpLocks/>
            <a:stCxn id="89" idx="2"/>
            <a:endCxn id="90" idx="6"/>
          </p:cNvCxnSpPr>
          <p:nvPr/>
        </p:nvCxnSpPr>
        <p:spPr bwMode="gray">
          <a:xfrm flipH="1">
            <a:off x="2893683" y="4402852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A02F628-3FAD-889B-825B-44F19532C9A2}"/>
              </a:ext>
            </a:extLst>
          </p:cNvPr>
          <p:cNvCxnSpPr>
            <a:cxnSpLocks/>
            <a:stCxn id="86" idx="4"/>
            <a:endCxn id="87" idx="0"/>
          </p:cNvCxnSpPr>
          <p:nvPr/>
        </p:nvCxnSpPr>
        <p:spPr bwMode="gray">
          <a:xfrm>
            <a:off x="4076247" y="3650463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9DB7E0D-4CE1-DA43-A164-612386170567}"/>
              </a:ext>
            </a:extLst>
          </p:cNvPr>
          <p:cNvCxnSpPr>
            <a:cxnSpLocks/>
            <a:stCxn id="91" idx="7"/>
            <a:endCxn id="85" idx="3"/>
          </p:cNvCxnSpPr>
          <p:nvPr/>
        </p:nvCxnSpPr>
        <p:spPr bwMode="gray">
          <a:xfrm flipV="1">
            <a:off x="3372993" y="3532289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88C0B4E-8D54-9D95-A931-C1AB9351AB63}"/>
              </a:ext>
            </a:extLst>
          </p:cNvPr>
          <p:cNvCxnSpPr>
            <a:cxnSpLocks/>
            <a:stCxn id="87" idx="5"/>
            <a:endCxn id="89" idx="1"/>
          </p:cNvCxnSpPr>
          <p:nvPr/>
        </p:nvCxnSpPr>
        <p:spPr bwMode="gray">
          <a:xfrm>
            <a:off x="4165875" y="4063960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AB7A768-274D-9753-110D-A4AAA5412519}"/>
              </a:ext>
            </a:extLst>
          </p:cNvPr>
          <p:cNvCxnSpPr>
            <a:cxnSpLocks/>
            <a:stCxn id="84" idx="5"/>
            <a:endCxn id="89" idx="2"/>
          </p:cNvCxnSpPr>
          <p:nvPr/>
        </p:nvCxnSpPr>
        <p:spPr bwMode="gray">
          <a:xfrm>
            <a:off x="3674198" y="4174313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93B6F80-A9B6-1F94-72C9-DE1C903D6413}"/>
              </a:ext>
            </a:extLst>
          </p:cNvPr>
          <p:cNvCxnSpPr>
            <a:cxnSpLocks/>
            <a:stCxn id="85" idx="5"/>
            <a:endCxn id="87" idx="1"/>
          </p:cNvCxnSpPr>
          <p:nvPr/>
        </p:nvCxnSpPr>
        <p:spPr bwMode="gray">
          <a:xfrm>
            <a:off x="3632778" y="3532289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235FBA87-C098-CB8E-D9CF-3D9C9F6FFC0D}"/>
              </a:ext>
            </a:extLst>
          </p:cNvPr>
          <p:cNvSpPr/>
          <p:nvPr/>
        </p:nvSpPr>
        <p:spPr bwMode="gray">
          <a:xfrm>
            <a:off x="3489810" y="398992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9D06097-3551-500B-E823-FD5E32886CA9}"/>
              </a:ext>
            </a:extLst>
          </p:cNvPr>
          <p:cNvSpPr/>
          <p:nvPr/>
        </p:nvSpPr>
        <p:spPr bwMode="gray">
          <a:xfrm>
            <a:off x="3448390" y="33479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CBFB199-F5AD-9FC2-DD0D-190176A695C5}"/>
              </a:ext>
            </a:extLst>
          </p:cNvPr>
          <p:cNvSpPr/>
          <p:nvPr/>
        </p:nvSpPr>
        <p:spPr bwMode="gray">
          <a:xfrm>
            <a:off x="3968235" y="34344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5A947BB-4515-6F20-9B7F-2FF6A9330DD1}"/>
              </a:ext>
            </a:extLst>
          </p:cNvPr>
          <p:cNvSpPr/>
          <p:nvPr/>
        </p:nvSpPr>
        <p:spPr bwMode="gray">
          <a:xfrm>
            <a:off x="3981487" y="387957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20F9588-FCD8-5FBE-9FFD-96253C2EB98E}"/>
              </a:ext>
            </a:extLst>
          </p:cNvPr>
          <p:cNvSpPr/>
          <p:nvPr/>
        </p:nvSpPr>
        <p:spPr bwMode="gray">
          <a:xfrm>
            <a:off x="2693477" y="34941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A890DC7-E169-E012-FCC8-F9A010972773}"/>
              </a:ext>
            </a:extLst>
          </p:cNvPr>
          <p:cNvSpPr/>
          <p:nvPr/>
        </p:nvSpPr>
        <p:spPr bwMode="gray">
          <a:xfrm>
            <a:off x="4606804" y="429484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8C13565-FE3E-EFC9-B3CE-4E8CAF8AA018}"/>
              </a:ext>
            </a:extLst>
          </p:cNvPr>
          <p:cNvSpPr/>
          <p:nvPr/>
        </p:nvSpPr>
        <p:spPr bwMode="gray">
          <a:xfrm>
            <a:off x="2677659" y="42999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35DA807-40D2-5AC5-3A49-D8B52B1BD69F}"/>
              </a:ext>
            </a:extLst>
          </p:cNvPr>
          <p:cNvSpPr/>
          <p:nvPr/>
        </p:nvSpPr>
        <p:spPr bwMode="gray">
          <a:xfrm>
            <a:off x="3188605" y="36874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E456971-4760-996A-CFA5-03497C7DC40D}"/>
              </a:ext>
            </a:extLst>
          </p:cNvPr>
          <p:cNvCxnSpPr>
            <a:cxnSpLocks/>
            <a:stCxn id="112" idx="7"/>
            <a:endCxn id="109" idx="2"/>
          </p:cNvCxnSpPr>
          <p:nvPr/>
        </p:nvCxnSpPr>
        <p:spPr bwMode="gray">
          <a:xfrm flipV="1">
            <a:off x="5291333" y="3440082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029A8AD-016E-167C-3DA0-681386826FB1}"/>
              </a:ext>
            </a:extLst>
          </p:cNvPr>
          <p:cNvCxnSpPr>
            <a:cxnSpLocks/>
            <a:stCxn id="108" idx="6"/>
            <a:endCxn id="111" idx="2"/>
          </p:cNvCxnSpPr>
          <p:nvPr/>
        </p:nvCxnSpPr>
        <p:spPr bwMode="gray">
          <a:xfrm flipV="1">
            <a:off x="6119302" y="3971753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D82FA59-529C-7422-F0B6-68CEF629CC91}"/>
              </a:ext>
            </a:extLst>
          </p:cNvPr>
          <p:cNvCxnSpPr>
            <a:cxnSpLocks/>
            <a:stCxn id="109" idx="6"/>
            <a:endCxn id="110" idx="2"/>
          </p:cNvCxnSpPr>
          <p:nvPr/>
        </p:nvCxnSpPr>
        <p:spPr bwMode="gray">
          <a:xfrm>
            <a:off x="6077882" y="3440082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71C8EB1-EE03-47FC-4BC5-1C21B7D297EB}"/>
              </a:ext>
            </a:extLst>
          </p:cNvPr>
          <p:cNvCxnSpPr>
            <a:cxnSpLocks/>
            <a:stCxn id="112" idx="4"/>
            <a:endCxn id="114" idx="0"/>
          </p:cNvCxnSpPr>
          <p:nvPr/>
        </p:nvCxnSpPr>
        <p:spPr bwMode="gray">
          <a:xfrm flipH="1">
            <a:off x="5199139" y="3694294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31DC21A-D98B-102C-1775-C27444CB6FB4}"/>
              </a:ext>
            </a:extLst>
          </p:cNvPr>
          <p:cNvCxnSpPr>
            <a:cxnSpLocks/>
            <a:stCxn id="115" idx="1"/>
            <a:endCxn id="112" idx="6"/>
          </p:cNvCxnSpPr>
          <p:nvPr/>
        </p:nvCxnSpPr>
        <p:spPr bwMode="gray">
          <a:xfrm flipH="1" flipV="1">
            <a:off x="5322969" y="3586282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580522-1ACE-C99F-ECD9-A9D21C3D32E7}"/>
              </a:ext>
            </a:extLst>
          </p:cNvPr>
          <p:cNvCxnSpPr>
            <a:cxnSpLocks/>
            <a:stCxn id="108" idx="1"/>
            <a:endCxn id="115" idx="5"/>
          </p:cNvCxnSpPr>
          <p:nvPr/>
        </p:nvCxnSpPr>
        <p:spPr bwMode="gray">
          <a:xfrm flipH="1" flipV="1">
            <a:off x="5786461" y="3855973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C11105A-EC61-5C7D-20BC-F6A58A8C9B0C}"/>
              </a:ext>
            </a:extLst>
          </p:cNvPr>
          <p:cNvCxnSpPr>
            <a:cxnSpLocks/>
            <a:stCxn id="108" idx="3"/>
            <a:endCxn id="114" idx="6"/>
          </p:cNvCxnSpPr>
          <p:nvPr/>
        </p:nvCxnSpPr>
        <p:spPr bwMode="gray">
          <a:xfrm flipH="1">
            <a:off x="5307151" y="4158482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674081F-E459-561A-F2F3-904535AB83F8}"/>
              </a:ext>
            </a:extLst>
          </p:cNvPr>
          <p:cNvCxnSpPr>
            <a:cxnSpLocks/>
            <a:stCxn id="115" idx="3"/>
            <a:endCxn id="114" idx="7"/>
          </p:cNvCxnSpPr>
          <p:nvPr/>
        </p:nvCxnSpPr>
        <p:spPr bwMode="gray">
          <a:xfrm flipH="1">
            <a:off x="5275515" y="3855973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4553EC0-D740-A69B-0CD9-951209E849DD}"/>
              </a:ext>
            </a:extLst>
          </p:cNvPr>
          <p:cNvCxnSpPr>
            <a:cxnSpLocks/>
            <a:stCxn id="111" idx="1"/>
            <a:endCxn id="115" idx="6"/>
          </p:cNvCxnSpPr>
          <p:nvPr/>
        </p:nvCxnSpPr>
        <p:spPr bwMode="gray">
          <a:xfrm flipH="1" flipV="1">
            <a:off x="5818097" y="3779597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92F22A-058F-7F61-281E-6E89C8066240}"/>
              </a:ext>
            </a:extLst>
          </p:cNvPr>
          <p:cNvCxnSpPr>
            <a:cxnSpLocks/>
            <a:stCxn id="110" idx="5"/>
            <a:endCxn id="113" idx="0"/>
          </p:cNvCxnSpPr>
          <p:nvPr/>
        </p:nvCxnSpPr>
        <p:spPr bwMode="gray">
          <a:xfrm>
            <a:off x="6566091" y="3602996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A29F63D-8F3C-249B-2374-DAD812350591}"/>
              </a:ext>
            </a:extLst>
          </p:cNvPr>
          <p:cNvCxnSpPr>
            <a:cxnSpLocks/>
            <a:stCxn id="113" idx="2"/>
            <a:endCxn id="114" idx="6"/>
          </p:cNvCxnSpPr>
          <p:nvPr/>
        </p:nvCxnSpPr>
        <p:spPr bwMode="gray">
          <a:xfrm flipH="1">
            <a:off x="5307151" y="4387021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EEE683C-690F-5FE1-8FC7-105CA0BCE18D}"/>
              </a:ext>
            </a:extLst>
          </p:cNvPr>
          <p:cNvCxnSpPr>
            <a:cxnSpLocks/>
            <a:stCxn id="110" idx="4"/>
            <a:endCxn id="111" idx="0"/>
          </p:cNvCxnSpPr>
          <p:nvPr/>
        </p:nvCxnSpPr>
        <p:spPr bwMode="gray">
          <a:xfrm>
            <a:off x="6489715" y="3634632"/>
            <a:ext cx="13252" cy="2291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AAAA7D6-0323-A133-4993-AF05F677AD8B}"/>
              </a:ext>
            </a:extLst>
          </p:cNvPr>
          <p:cNvCxnSpPr>
            <a:cxnSpLocks/>
            <a:stCxn id="115" idx="7"/>
            <a:endCxn id="109" idx="3"/>
          </p:cNvCxnSpPr>
          <p:nvPr/>
        </p:nvCxnSpPr>
        <p:spPr bwMode="gray">
          <a:xfrm flipV="1">
            <a:off x="5786461" y="3516458"/>
            <a:ext cx="107033" cy="18676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0E84541-B819-D21F-186F-C2E5307895CD}"/>
              </a:ext>
            </a:extLst>
          </p:cNvPr>
          <p:cNvCxnSpPr>
            <a:cxnSpLocks/>
            <a:stCxn id="111" idx="5"/>
            <a:endCxn id="113" idx="1"/>
          </p:cNvCxnSpPr>
          <p:nvPr/>
        </p:nvCxnSpPr>
        <p:spPr bwMode="gray">
          <a:xfrm>
            <a:off x="6579343" y="4048129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B406B73-8959-94FD-57EF-F0087B524A07}"/>
              </a:ext>
            </a:extLst>
          </p:cNvPr>
          <p:cNvCxnSpPr>
            <a:cxnSpLocks/>
            <a:stCxn id="108" idx="5"/>
            <a:endCxn id="113" idx="2"/>
          </p:cNvCxnSpPr>
          <p:nvPr/>
        </p:nvCxnSpPr>
        <p:spPr bwMode="gray">
          <a:xfrm>
            <a:off x="6087666" y="4158482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ACE23F7-42E9-3AB5-120B-CBA86FCBB210}"/>
              </a:ext>
            </a:extLst>
          </p:cNvPr>
          <p:cNvCxnSpPr>
            <a:cxnSpLocks/>
            <a:stCxn id="109" idx="5"/>
            <a:endCxn id="111" idx="1"/>
          </p:cNvCxnSpPr>
          <p:nvPr/>
        </p:nvCxnSpPr>
        <p:spPr bwMode="gray">
          <a:xfrm>
            <a:off x="6046246" y="3516458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30FA3B21-C025-8682-31AF-7A2869D7CFD3}"/>
              </a:ext>
            </a:extLst>
          </p:cNvPr>
          <p:cNvSpPr/>
          <p:nvPr/>
        </p:nvSpPr>
        <p:spPr bwMode="gray">
          <a:xfrm>
            <a:off x="5903278" y="397409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1572632-D8F9-13BD-C438-67DF8BA57B08}"/>
              </a:ext>
            </a:extLst>
          </p:cNvPr>
          <p:cNvSpPr/>
          <p:nvPr/>
        </p:nvSpPr>
        <p:spPr bwMode="gray">
          <a:xfrm>
            <a:off x="5861858" y="33320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30B5726-6FB1-499D-5C4F-34F7B2C7DBE7}"/>
              </a:ext>
            </a:extLst>
          </p:cNvPr>
          <p:cNvSpPr/>
          <p:nvPr/>
        </p:nvSpPr>
        <p:spPr bwMode="gray">
          <a:xfrm>
            <a:off x="6381703" y="341860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309251C-C1B6-AC7B-68E9-85B3D4487C90}"/>
              </a:ext>
            </a:extLst>
          </p:cNvPr>
          <p:cNvSpPr/>
          <p:nvPr/>
        </p:nvSpPr>
        <p:spPr bwMode="gray">
          <a:xfrm>
            <a:off x="6394955" y="386374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0F252DB-2CCB-6887-9E5B-86F3E75DF938}"/>
              </a:ext>
            </a:extLst>
          </p:cNvPr>
          <p:cNvSpPr/>
          <p:nvPr/>
        </p:nvSpPr>
        <p:spPr bwMode="gray">
          <a:xfrm>
            <a:off x="5106945" y="34782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E8F8933-49BD-3409-462C-EE6079553866}"/>
              </a:ext>
            </a:extLst>
          </p:cNvPr>
          <p:cNvSpPr/>
          <p:nvPr/>
        </p:nvSpPr>
        <p:spPr bwMode="gray">
          <a:xfrm>
            <a:off x="7020272" y="42790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D5E355D-57B9-CAAE-EC6A-9640D82D9F9A}"/>
              </a:ext>
            </a:extLst>
          </p:cNvPr>
          <p:cNvSpPr/>
          <p:nvPr/>
        </p:nvSpPr>
        <p:spPr bwMode="gray">
          <a:xfrm>
            <a:off x="5091127" y="428411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B42E9BF-C77D-3BDB-C600-6BC5A5EB9609}"/>
              </a:ext>
            </a:extLst>
          </p:cNvPr>
          <p:cNvSpPr/>
          <p:nvPr/>
        </p:nvSpPr>
        <p:spPr bwMode="gray">
          <a:xfrm>
            <a:off x="5602073" y="367158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7A1978A-3B72-BD9B-0AC5-48D4CA39D369}"/>
              </a:ext>
            </a:extLst>
          </p:cNvPr>
          <p:cNvSpPr txBox="1"/>
          <p:nvPr/>
        </p:nvSpPr>
        <p:spPr bwMode="gray">
          <a:xfrm>
            <a:off x="358307" y="4669057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Nicht zusammenhängend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981D35E-5C5F-E91C-D272-6F26610199FA}"/>
              </a:ext>
            </a:extLst>
          </p:cNvPr>
          <p:cNvSpPr txBox="1"/>
          <p:nvPr/>
        </p:nvSpPr>
        <p:spPr bwMode="gray">
          <a:xfrm>
            <a:off x="2736158" y="4669057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Zyklisch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EA4029D-6E70-8970-9B11-670B5FF28DEE}"/>
              </a:ext>
            </a:extLst>
          </p:cNvPr>
          <p:cNvSpPr txBox="1"/>
          <p:nvPr/>
        </p:nvSpPr>
        <p:spPr bwMode="gray">
          <a:xfrm>
            <a:off x="5336309" y="4669839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Umfasst nicht alle Knoten</a:t>
            </a:r>
          </a:p>
        </p:txBody>
      </p:sp>
    </p:spTree>
    <p:extLst>
      <p:ext uri="{BB962C8B-B14F-4D97-AF65-F5344CB8AC3E}">
        <p14:creationId xmlns:p14="http://schemas.microsoft.com/office/powerpoint/2010/main" val="17914457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/>
      <p:bldP spid="129" grpId="0"/>
      <p:bldP spid="1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7E8139-C71E-FF09-8208-B839386FB7B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933304" cy="3563938"/>
              </a:xfrm>
            </p:spPr>
            <p:txBody>
              <a:bodyPr/>
              <a:lstStyle/>
              <a:p>
                <a:r>
                  <a:rPr lang="de-DE" b="1" dirty="0"/>
                  <a:t>Gegeben</a:t>
                </a:r>
                <a:r>
                  <a:rPr lang="de-DE" dirty="0"/>
                  <a:t>: Ein ungerichteter Graph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dirty="0"/>
                  <a:t> mit positiven Kantengewichten</a:t>
                </a:r>
              </a:p>
              <a:p>
                <a:endParaRPr lang="de-DE" b="1" dirty="0"/>
              </a:p>
              <a:p>
                <a:r>
                  <a:rPr lang="de-DE" b="1" dirty="0"/>
                  <a:t>Gesucht</a:t>
                </a:r>
                <a:r>
                  <a:rPr lang="de-DE" dirty="0"/>
                  <a:t>: Ein Spannbaum, dessen Summe der Kantengewichte („Kosten“) minimal ist</a:t>
                </a:r>
              </a:p>
              <a:p>
                <a:endParaRPr lang="de-DE" dirty="0"/>
              </a:p>
              <a:p>
                <a:r>
                  <a:rPr lang="de-DE" b="1" dirty="0"/>
                  <a:t>Anwendung von minimalen Spannbäumen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Netzwerkdesign</a:t>
                </a:r>
              </a:p>
              <a:p>
                <a:pPr lvl="1"/>
                <a:r>
                  <a:rPr lang="de-DE" sz="1200" dirty="0"/>
                  <a:t>Konfiguration von Ethernet Bridges</a:t>
                </a:r>
              </a:p>
              <a:p>
                <a:pPr lvl="1"/>
                <a:r>
                  <a:rPr lang="de-DE" sz="1200" dirty="0"/>
                  <a:t>Clustering Algorithmen (Künstliche Intelligenz)</a:t>
                </a:r>
              </a:p>
              <a:p>
                <a:pPr lvl="1"/>
                <a:endParaRPr lang="de-DE" dirty="0"/>
              </a:p>
              <a:p>
                <a:pPr lvl="1"/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7E8139-C71E-FF09-8208-B839386FB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933304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85DEB4-72F1-7185-DDA8-4D9383FE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Minimaler Spannbaum (</a:t>
            </a:r>
            <a:r>
              <a:rPr lang="en-US" i="1" dirty="0"/>
              <a:t>minimal spanning tree (MST)</a:t>
            </a:r>
            <a:r>
              <a:rPr lang="de-DE" dirty="0"/>
              <a:t>)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87F75B3-04E6-4B33-A5BF-ADCEEBE8684E}"/>
              </a:ext>
            </a:extLst>
          </p:cNvPr>
          <p:cNvCxnSpPr>
            <a:cxnSpLocks/>
            <a:stCxn id="45" idx="7"/>
            <a:endCxn id="42" idx="2"/>
          </p:cNvCxnSpPr>
          <p:nvPr/>
        </p:nvCxnSpPr>
        <p:spPr bwMode="gray">
          <a:xfrm flipV="1">
            <a:off x="7113666" y="1256708"/>
            <a:ext cx="570525" cy="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797848-1A5D-EAF3-861F-661D865091DA}"/>
              </a:ext>
            </a:extLst>
          </p:cNvPr>
          <p:cNvCxnSpPr>
            <a:cxnSpLocks/>
            <a:stCxn id="41" idx="6"/>
            <a:endCxn id="44" idx="2"/>
          </p:cNvCxnSpPr>
          <p:nvPr/>
        </p:nvCxnSpPr>
        <p:spPr bwMode="gray">
          <a:xfrm flipV="1">
            <a:off x="7941635" y="1788379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5B7ADC-2DB3-B536-91E8-F113875E6A79}"/>
              </a:ext>
            </a:extLst>
          </p:cNvPr>
          <p:cNvCxnSpPr>
            <a:cxnSpLocks/>
            <a:stCxn id="42" idx="6"/>
            <a:endCxn id="43" idx="2"/>
          </p:cNvCxnSpPr>
          <p:nvPr/>
        </p:nvCxnSpPr>
        <p:spPr bwMode="gray">
          <a:xfrm>
            <a:off x="7900215" y="1256708"/>
            <a:ext cx="303821" cy="8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DAD79C-9060-5399-2930-FCFA950B9E43}"/>
              </a:ext>
            </a:extLst>
          </p:cNvPr>
          <p:cNvCxnSpPr>
            <a:cxnSpLocks/>
            <a:stCxn id="45" idx="4"/>
            <a:endCxn id="47" idx="0"/>
          </p:cNvCxnSpPr>
          <p:nvPr/>
        </p:nvCxnSpPr>
        <p:spPr bwMode="gray">
          <a:xfrm flipH="1">
            <a:off x="7021472" y="1510920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E217057-A9F9-EBCE-F117-0E3BEAAA9E96}"/>
              </a:ext>
            </a:extLst>
          </p:cNvPr>
          <p:cNvCxnSpPr>
            <a:cxnSpLocks/>
            <a:stCxn id="48" idx="1"/>
            <a:endCxn id="45" idx="6"/>
          </p:cNvCxnSpPr>
          <p:nvPr/>
        </p:nvCxnSpPr>
        <p:spPr bwMode="gray">
          <a:xfrm flipH="1" flipV="1">
            <a:off x="7145302" y="1402908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E855D9-0155-CC93-1485-884026059518}"/>
              </a:ext>
            </a:extLst>
          </p:cNvPr>
          <p:cNvCxnSpPr>
            <a:cxnSpLocks/>
            <a:stCxn id="41" idx="1"/>
            <a:endCxn id="48" idx="5"/>
          </p:cNvCxnSpPr>
          <p:nvPr/>
        </p:nvCxnSpPr>
        <p:spPr bwMode="gray">
          <a:xfrm flipH="1" flipV="1">
            <a:off x="7608794" y="1672599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171A25-0FC5-583D-86F3-198128FF71D4}"/>
              </a:ext>
            </a:extLst>
          </p:cNvPr>
          <p:cNvCxnSpPr>
            <a:cxnSpLocks/>
            <a:stCxn id="41" idx="3"/>
            <a:endCxn id="47" idx="6"/>
          </p:cNvCxnSpPr>
          <p:nvPr/>
        </p:nvCxnSpPr>
        <p:spPr bwMode="gray">
          <a:xfrm flipH="1">
            <a:off x="7129484" y="1975108"/>
            <a:ext cx="627763" cy="2336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A1661B-DDCE-4499-517D-17A8BBC8D62E}"/>
              </a:ext>
            </a:extLst>
          </p:cNvPr>
          <p:cNvCxnSpPr>
            <a:cxnSpLocks/>
            <a:stCxn id="48" idx="3"/>
            <a:endCxn id="47" idx="7"/>
          </p:cNvCxnSpPr>
          <p:nvPr/>
        </p:nvCxnSpPr>
        <p:spPr bwMode="gray">
          <a:xfrm flipH="1">
            <a:off x="7097848" y="1672599"/>
            <a:ext cx="358194" cy="459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B814292-834C-1F76-A5A4-69009689CA73}"/>
              </a:ext>
            </a:extLst>
          </p:cNvPr>
          <p:cNvCxnSpPr>
            <a:cxnSpLocks/>
            <a:stCxn id="44" idx="1"/>
            <a:endCxn id="48" idx="6"/>
          </p:cNvCxnSpPr>
          <p:nvPr/>
        </p:nvCxnSpPr>
        <p:spPr bwMode="gray">
          <a:xfrm flipH="1" flipV="1">
            <a:off x="7640430" y="1596223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F102FE-2290-DE2C-C614-A738F094287A}"/>
              </a:ext>
            </a:extLst>
          </p:cNvPr>
          <p:cNvCxnSpPr>
            <a:cxnSpLocks/>
            <a:stCxn id="43" idx="5"/>
            <a:endCxn id="46" idx="0"/>
          </p:cNvCxnSpPr>
          <p:nvPr/>
        </p:nvCxnSpPr>
        <p:spPr bwMode="gray">
          <a:xfrm>
            <a:off x="8388424" y="1419622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16E5A2-6FAA-45DC-A9E4-5E7BDA61F4DD}"/>
              </a:ext>
            </a:extLst>
          </p:cNvPr>
          <p:cNvCxnSpPr>
            <a:cxnSpLocks/>
            <a:stCxn id="46" idx="2"/>
            <a:endCxn id="47" idx="6"/>
          </p:cNvCxnSpPr>
          <p:nvPr/>
        </p:nvCxnSpPr>
        <p:spPr bwMode="gray">
          <a:xfrm flipH="1">
            <a:off x="7129484" y="2203647"/>
            <a:ext cx="1713121" cy="5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BA9830B-424F-7249-A27C-083F9BAA4C3F}"/>
              </a:ext>
            </a:extLst>
          </p:cNvPr>
          <p:cNvCxnSpPr>
            <a:cxnSpLocks/>
            <a:stCxn id="43" idx="4"/>
            <a:endCxn id="44" idx="0"/>
          </p:cNvCxnSpPr>
          <p:nvPr/>
        </p:nvCxnSpPr>
        <p:spPr bwMode="gray">
          <a:xfrm>
            <a:off x="8312048" y="1451258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F83B45-2768-C515-0EAA-3B7B6E01D1F4}"/>
              </a:ext>
            </a:extLst>
          </p:cNvPr>
          <p:cNvCxnSpPr>
            <a:cxnSpLocks/>
            <a:stCxn id="48" idx="7"/>
            <a:endCxn id="42" idx="3"/>
          </p:cNvCxnSpPr>
          <p:nvPr/>
        </p:nvCxnSpPr>
        <p:spPr bwMode="gray">
          <a:xfrm flipV="1">
            <a:off x="7608794" y="1333084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60B2D9E-720B-0289-F22B-589D23390284}"/>
              </a:ext>
            </a:extLst>
          </p:cNvPr>
          <p:cNvSpPr/>
          <p:nvPr/>
        </p:nvSpPr>
        <p:spPr bwMode="gray">
          <a:xfrm>
            <a:off x="7725611" y="179072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834EF52-33EE-7145-9A59-C16509326D9A}"/>
              </a:ext>
            </a:extLst>
          </p:cNvPr>
          <p:cNvSpPr/>
          <p:nvPr/>
        </p:nvSpPr>
        <p:spPr bwMode="gray">
          <a:xfrm>
            <a:off x="7684191" y="114869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43DA36B-237F-10AA-EA2D-146653B937D6}"/>
              </a:ext>
            </a:extLst>
          </p:cNvPr>
          <p:cNvSpPr/>
          <p:nvPr/>
        </p:nvSpPr>
        <p:spPr bwMode="gray">
          <a:xfrm>
            <a:off x="8204036" y="123523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1403EB6-D155-FDCD-0A57-9F080C08B6DE}"/>
              </a:ext>
            </a:extLst>
          </p:cNvPr>
          <p:cNvSpPr/>
          <p:nvPr/>
        </p:nvSpPr>
        <p:spPr bwMode="gray">
          <a:xfrm>
            <a:off x="8217288" y="168036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33F5561-ACCE-314F-5865-8CD3FC82C1B3}"/>
              </a:ext>
            </a:extLst>
          </p:cNvPr>
          <p:cNvSpPr/>
          <p:nvPr/>
        </p:nvSpPr>
        <p:spPr bwMode="gray">
          <a:xfrm>
            <a:off x="6929278" y="129489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034BC9E-396A-BCEF-AADF-4B52887DDB2D}"/>
              </a:ext>
            </a:extLst>
          </p:cNvPr>
          <p:cNvSpPr/>
          <p:nvPr/>
        </p:nvSpPr>
        <p:spPr bwMode="gray">
          <a:xfrm>
            <a:off x="8842605" y="209563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8FFE6A8-E4D2-DD64-1875-6F849A4D370B}"/>
              </a:ext>
            </a:extLst>
          </p:cNvPr>
          <p:cNvSpPr/>
          <p:nvPr/>
        </p:nvSpPr>
        <p:spPr bwMode="gray">
          <a:xfrm>
            <a:off x="6913460" y="210073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DE6C89-EAEB-DEB0-0C33-9872FFAE0585}"/>
              </a:ext>
            </a:extLst>
          </p:cNvPr>
          <p:cNvSpPr/>
          <p:nvPr/>
        </p:nvSpPr>
        <p:spPr bwMode="gray">
          <a:xfrm>
            <a:off x="7424406" y="148821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420946-BF82-FF99-2FE6-657D59CA0281}"/>
              </a:ext>
            </a:extLst>
          </p:cNvPr>
          <p:cNvCxnSpPr>
            <a:cxnSpLocks/>
            <a:stCxn id="44" idx="5"/>
            <a:endCxn id="46" idx="1"/>
          </p:cNvCxnSpPr>
          <p:nvPr/>
        </p:nvCxnSpPr>
        <p:spPr bwMode="gray">
          <a:xfrm>
            <a:off x="8401676" y="1864755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A4C1A26-B092-15B2-62DF-8DB710599EE5}"/>
              </a:ext>
            </a:extLst>
          </p:cNvPr>
          <p:cNvCxnSpPr>
            <a:cxnSpLocks/>
            <a:stCxn id="41" idx="5"/>
            <a:endCxn id="46" idx="2"/>
          </p:cNvCxnSpPr>
          <p:nvPr/>
        </p:nvCxnSpPr>
        <p:spPr bwMode="gray">
          <a:xfrm>
            <a:off x="7909999" y="1975108"/>
            <a:ext cx="932606" cy="2285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F4028BF-7EF4-58A5-0BA9-C96B5DED8594}"/>
              </a:ext>
            </a:extLst>
          </p:cNvPr>
          <p:cNvSpPr/>
          <p:nvPr/>
        </p:nvSpPr>
        <p:spPr bwMode="gray">
          <a:xfrm rot="16200000">
            <a:off x="6825830" y="174401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9B084D-7D48-7673-BD24-A54762C090FD}"/>
              </a:ext>
            </a:extLst>
          </p:cNvPr>
          <p:cNvSpPr/>
          <p:nvPr/>
        </p:nvSpPr>
        <p:spPr bwMode="gray">
          <a:xfrm rot="18496486">
            <a:off x="7093477" y="177788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82DF9FF-42EC-C7E7-7D82-B5999E2188A7}"/>
              </a:ext>
            </a:extLst>
          </p:cNvPr>
          <p:cNvSpPr/>
          <p:nvPr/>
        </p:nvSpPr>
        <p:spPr bwMode="gray">
          <a:xfrm rot="1069939">
            <a:off x="7179735" y="137632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57C3860-56D1-C093-7AEB-A0E4C63D15F5}"/>
              </a:ext>
            </a:extLst>
          </p:cNvPr>
          <p:cNvSpPr/>
          <p:nvPr/>
        </p:nvSpPr>
        <p:spPr bwMode="gray">
          <a:xfrm rot="3074429">
            <a:off x="7489008" y="174100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03AF0B2-08BE-05EF-3CD9-63705530ECBA}"/>
              </a:ext>
            </a:extLst>
          </p:cNvPr>
          <p:cNvSpPr/>
          <p:nvPr/>
        </p:nvSpPr>
        <p:spPr bwMode="gray">
          <a:xfrm rot="21114557">
            <a:off x="7218697" y="117936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BAC227-502D-0E5F-B1DB-712D25B771D8}"/>
              </a:ext>
            </a:extLst>
          </p:cNvPr>
          <p:cNvSpPr/>
          <p:nvPr/>
        </p:nvSpPr>
        <p:spPr bwMode="gray">
          <a:xfrm rot="20404253">
            <a:off x="7333638" y="197522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BA3B626-8269-AEE9-66D7-7C3C0691EABB}"/>
              </a:ext>
            </a:extLst>
          </p:cNvPr>
          <p:cNvSpPr/>
          <p:nvPr/>
        </p:nvSpPr>
        <p:spPr bwMode="gray">
          <a:xfrm rot="5400000">
            <a:off x="8221714" y="151178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52C69F9-34E6-7113-CC68-7595F54B7CE5}"/>
              </a:ext>
            </a:extLst>
          </p:cNvPr>
          <p:cNvSpPr/>
          <p:nvPr/>
        </p:nvSpPr>
        <p:spPr bwMode="gray">
          <a:xfrm rot="18155683">
            <a:off x="7566482" y="141579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6B9D45-2297-1F2F-3725-00AE2AA2E2F3}"/>
              </a:ext>
            </a:extLst>
          </p:cNvPr>
          <p:cNvSpPr/>
          <p:nvPr/>
        </p:nvSpPr>
        <p:spPr bwMode="gray">
          <a:xfrm rot="20404253">
            <a:off x="7910457" y="174190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04E6E19-857B-0DA4-5C8E-70EDC32DC458}"/>
              </a:ext>
            </a:extLst>
          </p:cNvPr>
          <p:cNvCxnSpPr>
            <a:cxnSpLocks/>
            <a:stCxn id="42" idx="5"/>
            <a:endCxn id="44" idx="1"/>
          </p:cNvCxnSpPr>
          <p:nvPr/>
        </p:nvCxnSpPr>
        <p:spPr bwMode="gray">
          <a:xfrm>
            <a:off x="7868579" y="1333084"/>
            <a:ext cx="380345" cy="3789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ACFD1EE-E59A-5B01-7244-19DA20F30481}"/>
              </a:ext>
            </a:extLst>
          </p:cNvPr>
          <p:cNvSpPr/>
          <p:nvPr/>
        </p:nvSpPr>
        <p:spPr bwMode="gray">
          <a:xfrm rot="2693899">
            <a:off x="7904050" y="141359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FCD7381-398C-9C65-05A1-90D0939D7162}"/>
              </a:ext>
            </a:extLst>
          </p:cNvPr>
          <p:cNvSpPr/>
          <p:nvPr/>
        </p:nvSpPr>
        <p:spPr bwMode="gray">
          <a:xfrm rot="836560">
            <a:off x="7895135" y="120187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9CBEADF-A3F6-37E8-C943-A5017E497353}"/>
              </a:ext>
            </a:extLst>
          </p:cNvPr>
          <p:cNvSpPr/>
          <p:nvPr/>
        </p:nvSpPr>
        <p:spPr bwMode="gray">
          <a:xfrm rot="463785">
            <a:off x="7728170" y="155109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AC87E5A-44C2-368C-E3B3-6DEBDE3C8C0F}"/>
              </a:ext>
            </a:extLst>
          </p:cNvPr>
          <p:cNvSpPr/>
          <p:nvPr/>
        </p:nvSpPr>
        <p:spPr bwMode="gray">
          <a:xfrm rot="1513090">
            <a:off x="8486297" y="189260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6701506-2D7C-AD9C-FE0C-2D7278551D49}"/>
              </a:ext>
            </a:extLst>
          </p:cNvPr>
          <p:cNvSpPr/>
          <p:nvPr/>
        </p:nvSpPr>
        <p:spPr bwMode="gray">
          <a:xfrm rot="3170706">
            <a:off x="8566058" y="167666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B9DDCC-FDC8-7D99-6BD2-31008120BB82}"/>
              </a:ext>
            </a:extLst>
          </p:cNvPr>
          <p:cNvSpPr/>
          <p:nvPr/>
        </p:nvSpPr>
        <p:spPr bwMode="gray">
          <a:xfrm rot="670477">
            <a:off x="8156792" y="197803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2643D2-223B-AEE1-302C-30DEBF9EE1D2}"/>
              </a:ext>
            </a:extLst>
          </p:cNvPr>
          <p:cNvSpPr/>
          <p:nvPr/>
        </p:nvSpPr>
        <p:spPr bwMode="gray">
          <a:xfrm>
            <a:off x="7746005" y="211374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1F4A5C7-2786-971B-0866-583CCC408F28}"/>
              </a:ext>
            </a:extLst>
          </p:cNvPr>
          <p:cNvCxnSpPr>
            <a:cxnSpLocks/>
            <a:stCxn id="85" idx="7"/>
            <a:endCxn id="82" idx="2"/>
          </p:cNvCxnSpPr>
          <p:nvPr/>
        </p:nvCxnSpPr>
        <p:spPr bwMode="gray">
          <a:xfrm flipV="1">
            <a:off x="7113666" y="2575362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3086628-E4EE-A4FB-D68C-44E3A82546C7}"/>
              </a:ext>
            </a:extLst>
          </p:cNvPr>
          <p:cNvCxnSpPr>
            <a:cxnSpLocks/>
            <a:stCxn id="81" idx="6"/>
            <a:endCxn id="84" idx="2"/>
          </p:cNvCxnSpPr>
          <p:nvPr/>
        </p:nvCxnSpPr>
        <p:spPr bwMode="gray">
          <a:xfrm flipV="1">
            <a:off x="7941635" y="3107033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D39EFE8-1C1F-76DF-8525-5F147F1E36E6}"/>
              </a:ext>
            </a:extLst>
          </p:cNvPr>
          <p:cNvCxnSpPr>
            <a:cxnSpLocks/>
            <a:stCxn id="82" idx="6"/>
            <a:endCxn id="83" idx="2"/>
          </p:cNvCxnSpPr>
          <p:nvPr/>
        </p:nvCxnSpPr>
        <p:spPr bwMode="gray">
          <a:xfrm>
            <a:off x="7900215" y="2575362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576DF1F-A168-0B1E-5E30-2C423CBCE7F9}"/>
              </a:ext>
            </a:extLst>
          </p:cNvPr>
          <p:cNvCxnSpPr>
            <a:cxnSpLocks/>
            <a:stCxn id="85" idx="4"/>
            <a:endCxn id="87" idx="0"/>
          </p:cNvCxnSpPr>
          <p:nvPr/>
        </p:nvCxnSpPr>
        <p:spPr bwMode="gray">
          <a:xfrm flipH="1">
            <a:off x="7021472" y="2829574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D84A6EE-C8E8-28E5-CD4C-93B513D5A020}"/>
              </a:ext>
            </a:extLst>
          </p:cNvPr>
          <p:cNvCxnSpPr>
            <a:cxnSpLocks/>
            <a:stCxn id="88" idx="1"/>
            <a:endCxn id="85" idx="6"/>
          </p:cNvCxnSpPr>
          <p:nvPr/>
        </p:nvCxnSpPr>
        <p:spPr bwMode="gray">
          <a:xfrm flipH="1" flipV="1">
            <a:off x="7145302" y="2721562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2C37C1-575D-325D-3F72-69D33A19DDAA}"/>
              </a:ext>
            </a:extLst>
          </p:cNvPr>
          <p:cNvCxnSpPr>
            <a:cxnSpLocks/>
            <a:stCxn id="81" idx="1"/>
            <a:endCxn id="88" idx="5"/>
          </p:cNvCxnSpPr>
          <p:nvPr/>
        </p:nvCxnSpPr>
        <p:spPr bwMode="gray">
          <a:xfrm flipH="1" flipV="1">
            <a:off x="7608794" y="2991253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F1980C3-54F9-75A3-60CE-3A004AC76B11}"/>
              </a:ext>
            </a:extLst>
          </p:cNvPr>
          <p:cNvCxnSpPr>
            <a:cxnSpLocks/>
            <a:stCxn id="81" idx="3"/>
            <a:endCxn id="87" idx="6"/>
          </p:cNvCxnSpPr>
          <p:nvPr/>
        </p:nvCxnSpPr>
        <p:spPr bwMode="gray">
          <a:xfrm flipH="1">
            <a:off x="7129484" y="3293762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7291922-0263-90E6-9DBD-6C65E0EAE7F3}"/>
              </a:ext>
            </a:extLst>
          </p:cNvPr>
          <p:cNvCxnSpPr>
            <a:cxnSpLocks/>
            <a:stCxn id="88" idx="3"/>
            <a:endCxn id="87" idx="7"/>
          </p:cNvCxnSpPr>
          <p:nvPr/>
        </p:nvCxnSpPr>
        <p:spPr bwMode="gray">
          <a:xfrm flipH="1">
            <a:off x="7097848" y="2991253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18F00CF-9B9A-1219-192D-25B7BD3C63CC}"/>
              </a:ext>
            </a:extLst>
          </p:cNvPr>
          <p:cNvCxnSpPr>
            <a:cxnSpLocks/>
            <a:stCxn id="84" idx="1"/>
            <a:endCxn id="88" idx="6"/>
          </p:cNvCxnSpPr>
          <p:nvPr/>
        </p:nvCxnSpPr>
        <p:spPr bwMode="gray">
          <a:xfrm flipH="1" flipV="1">
            <a:off x="7640430" y="2914877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5C0D24C-EF12-12B2-D465-8DD1BD00184F}"/>
              </a:ext>
            </a:extLst>
          </p:cNvPr>
          <p:cNvCxnSpPr>
            <a:cxnSpLocks/>
            <a:stCxn id="83" idx="5"/>
            <a:endCxn id="86" idx="0"/>
          </p:cNvCxnSpPr>
          <p:nvPr/>
        </p:nvCxnSpPr>
        <p:spPr bwMode="gray">
          <a:xfrm>
            <a:off x="8388424" y="2738276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97F3C80-A6AD-4BBF-9C6E-0D2E1755B644}"/>
              </a:ext>
            </a:extLst>
          </p:cNvPr>
          <p:cNvCxnSpPr>
            <a:cxnSpLocks/>
            <a:stCxn id="86" idx="2"/>
            <a:endCxn id="87" idx="6"/>
          </p:cNvCxnSpPr>
          <p:nvPr/>
        </p:nvCxnSpPr>
        <p:spPr bwMode="gray">
          <a:xfrm flipH="1">
            <a:off x="7129484" y="3522301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A0252E2-0B26-A308-E426-CF5695D7BE79}"/>
              </a:ext>
            </a:extLst>
          </p:cNvPr>
          <p:cNvCxnSpPr>
            <a:cxnSpLocks/>
            <a:stCxn id="83" idx="4"/>
            <a:endCxn id="84" idx="0"/>
          </p:cNvCxnSpPr>
          <p:nvPr/>
        </p:nvCxnSpPr>
        <p:spPr bwMode="gray">
          <a:xfrm>
            <a:off x="8312048" y="2769912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690CC10-5E35-892C-DAA2-27CD085605DF}"/>
              </a:ext>
            </a:extLst>
          </p:cNvPr>
          <p:cNvCxnSpPr>
            <a:cxnSpLocks/>
            <a:stCxn id="88" idx="7"/>
            <a:endCxn id="82" idx="3"/>
          </p:cNvCxnSpPr>
          <p:nvPr/>
        </p:nvCxnSpPr>
        <p:spPr bwMode="gray">
          <a:xfrm flipV="1">
            <a:off x="7608794" y="2651738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0C549C3-B663-B18E-9AE3-CEB2114DBD28}"/>
              </a:ext>
            </a:extLst>
          </p:cNvPr>
          <p:cNvCxnSpPr>
            <a:cxnSpLocks/>
            <a:stCxn id="84" idx="5"/>
            <a:endCxn id="86" idx="1"/>
          </p:cNvCxnSpPr>
          <p:nvPr/>
        </p:nvCxnSpPr>
        <p:spPr bwMode="gray">
          <a:xfrm>
            <a:off x="8401676" y="3183409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DB6A79A-28A1-ECF2-5AA5-216E465CB7F3}"/>
              </a:ext>
            </a:extLst>
          </p:cNvPr>
          <p:cNvCxnSpPr>
            <a:cxnSpLocks/>
            <a:stCxn id="81" idx="5"/>
            <a:endCxn id="86" idx="2"/>
          </p:cNvCxnSpPr>
          <p:nvPr/>
        </p:nvCxnSpPr>
        <p:spPr bwMode="gray">
          <a:xfrm>
            <a:off x="7909999" y="3293762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383E4A98-99A1-387C-58F3-F974240ED670}"/>
              </a:ext>
            </a:extLst>
          </p:cNvPr>
          <p:cNvSpPr/>
          <p:nvPr/>
        </p:nvSpPr>
        <p:spPr bwMode="gray">
          <a:xfrm rot="16200000">
            <a:off x="6825830" y="306267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4931D95-F592-57D9-6D52-FE31ABEC1454}"/>
              </a:ext>
            </a:extLst>
          </p:cNvPr>
          <p:cNvSpPr/>
          <p:nvPr/>
        </p:nvSpPr>
        <p:spPr bwMode="gray">
          <a:xfrm rot="18496486">
            <a:off x="7093477" y="309654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9CD6DC6-7C45-DA0C-4D3C-B0F167D97C6D}"/>
              </a:ext>
            </a:extLst>
          </p:cNvPr>
          <p:cNvSpPr/>
          <p:nvPr/>
        </p:nvSpPr>
        <p:spPr bwMode="gray">
          <a:xfrm rot="1069939">
            <a:off x="7179735" y="269498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135FEE-D33C-61DC-EE62-4A2B0FF0C132}"/>
              </a:ext>
            </a:extLst>
          </p:cNvPr>
          <p:cNvSpPr/>
          <p:nvPr/>
        </p:nvSpPr>
        <p:spPr bwMode="gray">
          <a:xfrm rot="3074429">
            <a:off x="7489008" y="305965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2D58203-0241-D4DC-9CDA-558A1D4ADBA5}"/>
              </a:ext>
            </a:extLst>
          </p:cNvPr>
          <p:cNvSpPr/>
          <p:nvPr/>
        </p:nvSpPr>
        <p:spPr bwMode="gray">
          <a:xfrm rot="21114557">
            <a:off x="7218697" y="249801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EE9FC4D-3D9B-C604-AFF0-22A4A67C2357}"/>
              </a:ext>
            </a:extLst>
          </p:cNvPr>
          <p:cNvSpPr/>
          <p:nvPr/>
        </p:nvSpPr>
        <p:spPr bwMode="gray">
          <a:xfrm rot="20404253">
            <a:off x="7333638" y="329387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846A8AF-DEB8-BFB5-2A48-931CBA938CEE}"/>
              </a:ext>
            </a:extLst>
          </p:cNvPr>
          <p:cNvSpPr/>
          <p:nvPr/>
        </p:nvSpPr>
        <p:spPr bwMode="gray">
          <a:xfrm rot="5400000">
            <a:off x="8221714" y="283043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1D47832-F27C-BB20-DAEB-411177D1CF67}"/>
              </a:ext>
            </a:extLst>
          </p:cNvPr>
          <p:cNvSpPr/>
          <p:nvPr/>
        </p:nvSpPr>
        <p:spPr bwMode="gray">
          <a:xfrm rot="18155683">
            <a:off x="7566482" y="273444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3F2BA25-65F6-D9DF-D0D0-E98F84C05668}"/>
              </a:ext>
            </a:extLst>
          </p:cNvPr>
          <p:cNvSpPr/>
          <p:nvPr/>
        </p:nvSpPr>
        <p:spPr bwMode="gray">
          <a:xfrm rot="20404253">
            <a:off x="7910457" y="30605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AC1CF38-43D2-FF28-6518-441C60561605}"/>
              </a:ext>
            </a:extLst>
          </p:cNvPr>
          <p:cNvCxnSpPr>
            <a:cxnSpLocks/>
            <a:stCxn id="82" idx="5"/>
            <a:endCxn id="84" idx="1"/>
          </p:cNvCxnSpPr>
          <p:nvPr/>
        </p:nvCxnSpPr>
        <p:spPr bwMode="gray">
          <a:xfrm>
            <a:off x="7868579" y="2651738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C8E8D38-5AA1-5868-7CB6-9AA14D6146AD}"/>
              </a:ext>
            </a:extLst>
          </p:cNvPr>
          <p:cNvSpPr/>
          <p:nvPr/>
        </p:nvSpPr>
        <p:spPr bwMode="gray">
          <a:xfrm rot="2693899">
            <a:off x="7904050" y="273224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27FDA00-61BB-0D09-6EB1-9FF6B09EBBD7}"/>
              </a:ext>
            </a:extLst>
          </p:cNvPr>
          <p:cNvSpPr/>
          <p:nvPr/>
        </p:nvSpPr>
        <p:spPr bwMode="gray">
          <a:xfrm rot="836560">
            <a:off x="7895135" y="252052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BAB4FC7-8A06-33C3-F0A5-53350176DCF7}"/>
              </a:ext>
            </a:extLst>
          </p:cNvPr>
          <p:cNvSpPr/>
          <p:nvPr/>
        </p:nvSpPr>
        <p:spPr bwMode="gray">
          <a:xfrm rot="463785">
            <a:off x="7728170" y="286974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2D82BC6-5041-D7ED-6220-E1C0A5C38FF4}"/>
              </a:ext>
            </a:extLst>
          </p:cNvPr>
          <p:cNvSpPr/>
          <p:nvPr/>
        </p:nvSpPr>
        <p:spPr bwMode="gray">
          <a:xfrm rot="1513090">
            <a:off x="8486297" y="321125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5FB0A78-3EB5-CB40-404A-FF026873119E}"/>
              </a:ext>
            </a:extLst>
          </p:cNvPr>
          <p:cNvSpPr/>
          <p:nvPr/>
        </p:nvSpPr>
        <p:spPr bwMode="gray">
          <a:xfrm rot="3170706">
            <a:off x="8566058" y="299532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82A0A7E-D3C8-4983-77C5-A6E1D0031DFD}"/>
              </a:ext>
            </a:extLst>
          </p:cNvPr>
          <p:cNvSpPr/>
          <p:nvPr/>
        </p:nvSpPr>
        <p:spPr bwMode="gray">
          <a:xfrm rot="670477">
            <a:off x="8156792" y="32966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B18B105-8D7A-03B7-4B1E-39A702BBE262}"/>
              </a:ext>
            </a:extLst>
          </p:cNvPr>
          <p:cNvSpPr/>
          <p:nvPr/>
        </p:nvSpPr>
        <p:spPr bwMode="gray">
          <a:xfrm>
            <a:off x="7746005" y="343239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7D4BF1D-8539-93F5-C3FA-0C999305F09A}"/>
              </a:ext>
            </a:extLst>
          </p:cNvPr>
          <p:cNvSpPr/>
          <p:nvPr/>
        </p:nvSpPr>
        <p:spPr bwMode="gray">
          <a:xfrm>
            <a:off x="7725611" y="310937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17C77DC-DE2D-D8CC-67F8-188142F25723}"/>
              </a:ext>
            </a:extLst>
          </p:cNvPr>
          <p:cNvSpPr/>
          <p:nvPr/>
        </p:nvSpPr>
        <p:spPr bwMode="gray">
          <a:xfrm>
            <a:off x="7684191" y="246735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DF4F7FE-30F8-6CC1-D23B-FFD34B52E63C}"/>
              </a:ext>
            </a:extLst>
          </p:cNvPr>
          <p:cNvSpPr/>
          <p:nvPr/>
        </p:nvSpPr>
        <p:spPr bwMode="gray">
          <a:xfrm>
            <a:off x="8204036" y="25538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1D70359-E3A5-0106-C97E-744B5DFCAFCC}"/>
              </a:ext>
            </a:extLst>
          </p:cNvPr>
          <p:cNvSpPr/>
          <p:nvPr/>
        </p:nvSpPr>
        <p:spPr bwMode="gray">
          <a:xfrm>
            <a:off x="8217288" y="299902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A834BD1-F698-DD16-A9A0-7CDC1D2A8632}"/>
              </a:ext>
            </a:extLst>
          </p:cNvPr>
          <p:cNvSpPr/>
          <p:nvPr/>
        </p:nvSpPr>
        <p:spPr bwMode="gray">
          <a:xfrm>
            <a:off x="6929278" y="261355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1EC8E82-1890-5D8A-E194-6472A71AB981}"/>
              </a:ext>
            </a:extLst>
          </p:cNvPr>
          <p:cNvSpPr/>
          <p:nvPr/>
        </p:nvSpPr>
        <p:spPr bwMode="gray">
          <a:xfrm>
            <a:off x="8842605" y="341428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3265F55-0250-ADA6-8320-672F1BB6FE16}"/>
              </a:ext>
            </a:extLst>
          </p:cNvPr>
          <p:cNvSpPr/>
          <p:nvPr/>
        </p:nvSpPr>
        <p:spPr bwMode="gray">
          <a:xfrm>
            <a:off x="6913460" y="341939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65141A3-3CB4-D43F-2416-9695268540E9}"/>
              </a:ext>
            </a:extLst>
          </p:cNvPr>
          <p:cNvSpPr/>
          <p:nvPr/>
        </p:nvSpPr>
        <p:spPr bwMode="gray">
          <a:xfrm>
            <a:off x="7424406" y="280686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9C0F023-3FB2-89C0-94FA-F470A0924683}"/>
              </a:ext>
            </a:extLst>
          </p:cNvPr>
          <p:cNvSpPr txBox="1"/>
          <p:nvPr/>
        </p:nvSpPr>
        <p:spPr bwMode="gray">
          <a:xfrm>
            <a:off x="7029381" y="3595653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b="1" dirty="0">
                <a:solidFill>
                  <a:srgbClr val="C00000"/>
                </a:solidFill>
              </a:rPr>
              <a:t>Kosten = </a:t>
            </a:r>
            <a:r>
              <a:rPr lang="de-DE" sz="700" dirty="0">
                <a:solidFill>
                  <a:srgbClr val="C00000"/>
                </a:solidFill>
              </a:rPr>
              <a:t>0.35+0.28+0.19+0.16+0.26+0.17+0.40=</a:t>
            </a:r>
            <a:r>
              <a:rPr lang="de-DE" sz="700" b="1" dirty="0">
                <a:solidFill>
                  <a:srgbClr val="C00000"/>
                </a:solidFill>
              </a:rPr>
              <a:t>1.81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1A5DE7F1-0954-F62B-3E26-2C378B80C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414" y="2849873"/>
            <a:ext cx="1320117" cy="129765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27D30A5D-0728-C569-39A6-8A2FE2DB6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006825"/>
            <a:ext cx="1933347" cy="100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692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10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0354DC9-0A09-728C-5BBD-435062B2809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182739" cy="3563938"/>
              </a:xfrm>
            </p:spPr>
            <p:txBody>
              <a:bodyPr/>
              <a:lstStyle/>
              <a:p>
                <a:r>
                  <a:rPr lang="de-DE" b="1" dirty="0"/>
                  <a:t>Definition (Schnitt)</a:t>
                </a:r>
                <a:r>
                  <a:rPr lang="de-DE" dirty="0"/>
                  <a:t>. Ein </a:t>
                </a:r>
                <a:r>
                  <a:rPr lang="de-DE" b="1" dirty="0"/>
                  <a:t>Schnitt</a:t>
                </a:r>
                <a:r>
                  <a:rPr lang="de-DE" dirty="0"/>
                  <a:t> (</a:t>
                </a:r>
                <a:r>
                  <a:rPr lang="en-US" i="1" dirty="0"/>
                  <a:t>cut</a:t>
                </a:r>
                <a:r>
                  <a:rPr lang="de-DE" dirty="0"/>
                  <a:t>) teilt die Knotenmenge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in einem Graphen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in zwei nicht leere, disjunkte Teilmengen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e-DE" dirty="0"/>
                  <a:t> das heißt: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=∅,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&gt;0,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dirty="0"/>
                  <a:t>.</a:t>
                </a:r>
              </a:p>
              <a:p>
                <a:r>
                  <a:rPr lang="de-DE" b="1" dirty="0"/>
                  <a:t>Definition (Kreuzende Kante)</a:t>
                </a:r>
                <a:r>
                  <a:rPr lang="de-DE" dirty="0"/>
                  <a:t>. Als </a:t>
                </a:r>
                <a:r>
                  <a:rPr lang="de-DE" b="1" dirty="0"/>
                  <a:t>kreuzende Kante</a:t>
                </a:r>
                <a:r>
                  <a:rPr lang="de-DE" dirty="0"/>
                  <a:t> (</a:t>
                </a:r>
                <a:r>
                  <a:rPr lang="en-US" i="1" dirty="0"/>
                  <a:t>crossing edge</a:t>
                </a:r>
                <a:r>
                  <a:rPr lang="de-DE" dirty="0"/>
                  <a:t>) in einem Schnitt werden Kanten bezeichnet, die einem Knoten der einem mit einem Knoten der anderen Menge verbinden.</a:t>
                </a:r>
              </a:p>
              <a:p>
                <a:r>
                  <a:rPr lang="de-DE" b="1" dirty="0"/>
                  <a:t>Satz (Schnitteigenschaft)</a:t>
                </a:r>
                <a:r>
                  <a:rPr lang="de-DE" dirty="0"/>
                  <a:t>. Für jeden Schnitt liegt eine kreuzende Kante mit minimalem Gewicht im minimalen Spannbaum.</a:t>
                </a:r>
              </a:p>
              <a:p>
                <a:pPr lvl="1"/>
                <a:r>
                  <a:rPr lang="de-DE" sz="1200" b="1" dirty="0"/>
                  <a:t>Beweis</a:t>
                </a:r>
                <a:r>
                  <a:rPr lang="de-DE" sz="1200" dirty="0"/>
                  <a:t>. Widerspruchsbeweis.  </a:t>
                </a:r>
              </a:p>
              <a:p>
                <a:pPr lvl="2"/>
                <a:r>
                  <a:rPr lang="de-DE" sz="1200" dirty="0"/>
                  <a:t>Angenommen Kante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de-DE" sz="1200" dirty="0"/>
                  <a:t> wäre nicht im MST sondern Kante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de-DE" sz="1200" dirty="0"/>
              </a:p>
              <a:p>
                <a:pPr lvl="2"/>
                <a:r>
                  <a:rPr lang="de-DE" sz="1200" dirty="0"/>
                  <a:t>Wir entfernen Kante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de-DE" sz="1200" dirty="0"/>
                  <a:t> und fügen Kante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de-DE" sz="1200" dirty="0"/>
                  <a:t> in dem MST ein</a:t>
                </a:r>
              </a:p>
              <a:p>
                <a:pPr lvl="2"/>
                <a:r>
                  <a:rPr lang="de-DE" sz="1200" dirty="0"/>
                  <a:t>Dann sinkt das Gewicht des weiterhin gültigen MST</a:t>
                </a:r>
              </a:p>
              <a:p>
                <a:pPr lvl="2"/>
                <a:r>
                  <a:rPr lang="de-DE" sz="1200" dirty="0"/>
                  <a:t>Das kann aber per Annahme nicht möglich sein!</a:t>
                </a:r>
              </a:p>
              <a:p>
                <a:pPr lvl="2"/>
                <a:endParaRPr lang="de-DE" sz="1200" b="1" dirty="0"/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0354DC9-0A09-728C-5BBD-435062B28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182739" cy="3563938"/>
              </a:xfrm>
              <a:blipFill>
                <a:blip r:embed="rId2"/>
                <a:stretch>
                  <a:fillRect t="-355" b="-10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FF755F1-BE0F-4AC0-1CF2-2F088E2E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Schnitteigenschaft (</a:t>
            </a:r>
            <a:r>
              <a:rPr lang="en-US" i="1" dirty="0"/>
              <a:t>cut property</a:t>
            </a:r>
            <a:r>
              <a:rPr lang="de-DE" dirty="0"/>
              <a:t>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5F70C2-9D5E-8437-B34E-1A6CC515D530}"/>
              </a:ext>
            </a:extLst>
          </p:cNvPr>
          <p:cNvCxnSpPr>
            <a:cxnSpLocks/>
            <a:stCxn id="24" idx="7"/>
            <a:endCxn id="21" idx="2"/>
          </p:cNvCxnSpPr>
          <p:nvPr/>
        </p:nvCxnSpPr>
        <p:spPr bwMode="gray">
          <a:xfrm flipV="1">
            <a:off x="6371453" y="1799729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93AB20-6561-88D6-D3CB-040042CB432F}"/>
              </a:ext>
            </a:extLst>
          </p:cNvPr>
          <p:cNvCxnSpPr>
            <a:cxnSpLocks/>
            <a:stCxn id="20" idx="6"/>
            <a:endCxn id="23" idx="2"/>
          </p:cNvCxnSpPr>
          <p:nvPr/>
        </p:nvCxnSpPr>
        <p:spPr bwMode="gray">
          <a:xfrm flipV="1">
            <a:off x="7199422" y="2331400"/>
            <a:ext cx="275653" cy="11035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A39C4-6845-242E-DCA6-685A8983FBEC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 bwMode="gray">
          <a:xfrm>
            <a:off x="7158002" y="1799729"/>
            <a:ext cx="303821" cy="8653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7BEADD-B3C8-19AE-E560-368EF6EEF2EC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 bwMode="gray">
          <a:xfrm flipH="1">
            <a:off x="6279259" y="2053941"/>
            <a:ext cx="15818" cy="58981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BB40ED-A918-A34C-B130-73B263C26B88}"/>
              </a:ext>
            </a:extLst>
          </p:cNvPr>
          <p:cNvCxnSpPr>
            <a:cxnSpLocks/>
            <a:stCxn id="27" idx="1"/>
            <a:endCxn id="24" idx="6"/>
          </p:cNvCxnSpPr>
          <p:nvPr/>
        </p:nvCxnSpPr>
        <p:spPr bwMode="gray">
          <a:xfrm flipH="1" flipV="1">
            <a:off x="6403089" y="1945929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5B43A5-50B2-9047-8238-DFA6BF5E0981}"/>
              </a:ext>
            </a:extLst>
          </p:cNvPr>
          <p:cNvCxnSpPr>
            <a:cxnSpLocks/>
            <a:stCxn id="20" idx="1"/>
            <a:endCxn id="27" idx="5"/>
          </p:cNvCxnSpPr>
          <p:nvPr/>
        </p:nvCxnSpPr>
        <p:spPr bwMode="gray">
          <a:xfrm flipH="1" flipV="1">
            <a:off x="6866581" y="2215620"/>
            <a:ext cx="148453" cy="14975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87FA98-E9C0-E281-2A00-74E8C72EE033}"/>
              </a:ext>
            </a:extLst>
          </p:cNvPr>
          <p:cNvCxnSpPr>
            <a:cxnSpLocks/>
            <a:stCxn id="20" idx="3"/>
            <a:endCxn id="26" idx="6"/>
          </p:cNvCxnSpPr>
          <p:nvPr/>
        </p:nvCxnSpPr>
        <p:spPr bwMode="gray">
          <a:xfrm flipH="1">
            <a:off x="6387271" y="2518129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9DC2DF-2C74-3DA1-B637-C14FE3C877C8}"/>
              </a:ext>
            </a:extLst>
          </p:cNvPr>
          <p:cNvCxnSpPr>
            <a:cxnSpLocks/>
            <a:stCxn id="27" idx="3"/>
            <a:endCxn id="26" idx="7"/>
          </p:cNvCxnSpPr>
          <p:nvPr/>
        </p:nvCxnSpPr>
        <p:spPr bwMode="gray">
          <a:xfrm flipH="1">
            <a:off x="6355635" y="2215620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E74F70-18D3-A364-6D6C-AC9254A7495C}"/>
              </a:ext>
            </a:extLst>
          </p:cNvPr>
          <p:cNvCxnSpPr>
            <a:cxnSpLocks/>
            <a:stCxn id="23" idx="1"/>
            <a:endCxn id="27" idx="6"/>
          </p:cNvCxnSpPr>
          <p:nvPr/>
        </p:nvCxnSpPr>
        <p:spPr bwMode="gray">
          <a:xfrm flipH="1" flipV="1">
            <a:off x="6898217" y="2139244"/>
            <a:ext cx="608494" cy="1157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7FA17-B1F3-4857-3845-4AEC9272BD9A}"/>
              </a:ext>
            </a:extLst>
          </p:cNvPr>
          <p:cNvCxnSpPr>
            <a:cxnSpLocks/>
            <a:stCxn id="22" idx="5"/>
            <a:endCxn id="25" idx="0"/>
          </p:cNvCxnSpPr>
          <p:nvPr/>
        </p:nvCxnSpPr>
        <p:spPr bwMode="gray">
          <a:xfrm>
            <a:off x="7646211" y="1962643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A6BAC2-DB71-A12A-EA80-FAD2AD532FCC}"/>
              </a:ext>
            </a:extLst>
          </p:cNvPr>
          <p:cNvCxnSpPr>
            <a:cxnSpLocks/>
            <a:stCxn id="25" idx="2"/>
            <a:endCxn id="26" idx="6"/>
          </p:cNvCxnSpPr>
          <p:nvPr/>
        </p:nvCxnSpPr>
        <p:spPr bwMode="gray">
          <a:xfrm flipH="1">
            <a:off x="6387271" y="2746668"/>
            <a:ext cx="1713121" cy="510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E871F6-4072-3F3E-11AE-1EADE35BC5FD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>
            <a:off x="7569835" y="1994279"/>
            <a:ext cx="13252" cy="2291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DE8BCF-8D68-E9FE-21AB-D32EB4745AEB}"/>
              </a:ext>
            </a:extLst>
          </p:cNvPr>
          <p:cNvCxnSpPr>
            <a:cxnSpLocks/>
            <a:stCxn id="27" idx="7"/>
            <a:endCxn id="21" idx="3"/>
          </p:cNvCxnSpPr>
          <p:nvPr/>
        </p:nvCxnSpPr>
        <p:spPr bwMode="gray">
          <a:xfrm flipV="1">
            <a:off x="6866581" y="1876105"/>
            <a:ext cx="107033" cy="18676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C5F49F-226D-84B5-F59B-3DD1DB7FA701}"/>
              </a:ext>
            </a:extLst>
          </p:cNvPr>
          <p:cNvCxnSpPr>
            <a:cxnSpLocks/>
            <a:stCxn id="23" idx="5"/>
            <a:endCxn id="25" idx="1"/>
          </p:cNvCxnSpPr>
          <p:nvPr/>
        </p:nvCxnSpPr>
        <p:spPr bwMode="gray">
          <a:xfrm>
            <a:off x="7659463" y="2407776"/>
            <a:ext cx="472565" cy="262516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A2EFAAA-776E-2020-A133-62C73CA8159B}"/>
              </a:ext>
            </a:extLst>
          </p:cNvPr>
          <p:cNvCxnSpPr>
            <a:cxnSpLocks/>
            <a:stCxn id="20" idx="5"/>
            <a:endCxn id="25" idx="2"/>
          </p:cNvCxnSpPr>
          <p:nvPr/>
        </p:nvCxnSpPr>
        <p:spPr bwMode="gray">
          <a:xfrm>
            <a:off x="7167786" y="2518129"/>
            <a:ext cx="932606" cy="22853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E25D61-9938-CCFD-2BA6-C0D42E1F0E68}"/>
              </a:ext>
            </a:extLst>
          </p:cNvPr>
          <p:cNvCxnSpPr>
            <a:cxnSpLocks/>
            <a:stCxn id="21" idx="5"/>
            <a:endCxn id="23" idx="1"/>
          </p:cNvCxnSpPr>
          <p:nvPr/>
        </p:nvCxnSpPr>
        <p:spPr bwMode="gray">
          <a:xfrm>
            <a:off x="7126366" y="1876105"/>
            <a:ext cx="380345" cy="37891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3EE2DDA-C893-C789-86E2-BC97D4DBB88D}"/>
              </a:ext>
            </a:extLst>
          </p:cNvPr>
          <p:cNvSpPr/>
          <p:nvPr/>
        </p:nvSpPr>
        <p:spPr bwMode="gray">
          <a:xfrm>
            <a:off x="6983398" y="2333741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FDC2EE-8500-274B-2481-44A6E4B3425C}"/>
              </a:ext>
            </a:extLst>
          </p:cNvPr>
          <p:cNvSpPr/>
          <p:nvPr/>
        </p:nvSpPr>
        <p:spPr bwMode="gray">
          <a:xfrm>
            <a:off x="6941978" y="1691717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F29A8-5AE2-0B9C-1F73-49157CFBC65F}"/>
              </a:ext>
            </a:extLst>
          </p:cNvPr>
          <p:cNvSpPr/>
          <p:nvPr/>
        </p:nvSpPr>
        <p:spPr bwMode="gray">
          <a:xfrm>
            <a:off x="7461823" y="177825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B9675E2-52F9-28CE-B6A0-0AD2651A3552}"/>
              </a:ext>
            </a:extLst>
          </p:cNvPr>
          <p:cNvSpPr/>
          <p:nvPr/>
        </p:nvSpPr>
        <p:spPr bwMode="gray">
          <a:xfrm>
            <a:off x="7475075" y="22233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AADD17-4732-2906-4C13-AB4B11E64EB5}"/>
              </a:ext>
            </a:extLst>
          </p:cNvPr>
          <p:cNvSpPr/>
          <p:nvPr/>
        </p:nvSpPr>
        <p:spPr bwMode="gray">
          <a:xfrm>
            <a:off x="6187065" y="1837917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7F45B78-EEFC-6D7F-0B0B-85E62082BC16}"/>
              </a:ext>
            </a:extLst>
          </p:cNvPr>
          <p:cNvSpPr/>
          <p:nvPr/>
        </p:nvSpPr>
        <p:spPr bwMode="gray">
          <a:xfrm>
            <a:off x="8100392" y="263865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F63C47B-8FAB-652B-EDBF-7A4C33037039}"/>
              </a:ext>
            </a:extLst>
          </p:cNvPr>
          <p:cNvSpPr/>
          <p:nvPr/>
        </p:nvSpPr>
        <p:spPr bwMode="gray">
          <a:xfrm>
            <a:off x="6171247" y="2643758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6632B8-6D6D-F940-3A1C-DF3FC8536B3D}"/>
              </a:ext>
            </a:extLst>
          </p:cNvPr>
          <p:cNvSpPr/>
          <p:nvPr/>
        </p:nvSpPr>
        <p:spPr bwMode="gray">
          <a:xfrm>
            <a:off x="6682193" y="2031232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A766ED6-55FB-45EA-6605-772252F11096}"/>
              </a:ext>
            </a:extLst>
          </p:cNvPr>
          <p:cNvCxnSpPr>
            <a:cxnSpLocks/>
            <a:stCxn id="104" idx="7"/>
            <a:endCxn id="101" idx="2"/>
          </p:cNvCxnSpPr>
          <p:nvPr/>
        </p:nvCxnSpPr>
        <p:spPr bwMode="gray">
          <a:xfrm flipV="1">
            <a:off x="5795389" y="3815953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F707E5E-1756-28B0-FC1F-79CD9087CABE}"/>
              </a:ext>
            </a:extLst>
          </p:cNvPr>
          <p:cNvCxnSpPr>
            <a:cxnSpLocks/>
            <a:stCxn id="100" idx="6"/>
            <a:endCxn id="103" idx="2"/>
          </p:cNvCxnSpPr>
          <p:nvPr/>
        </p:nvCxnSpPr>
        <p:spPr bwMode="gray">
          <a:xfrm flipV="1">
            <a:off x="6623358" y="4347624"/>
            <a:ext cx="275653" cy="11035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B914BB7-A23E-886B-7C91-AF20447973EB}"/>
              </a:ext>
            </a:extLst>
          </p:cNvPr>
          <p:cNvCxnSpPr>
            <a:cxnSpLocks/>
            <a:stCxn id="101" idx="6"/>
            <a:endCxn id="102" idx="2"/>
          </p:cNvCxnSpPr>
          <p:nvPr/>
        </p:nvCxnSpPr>
        <p:spPr bwMode="gray">
          <a:xfrm>
            <a:off x="6581938" y="3815953"/>
            <a:ext cx="303821" cy="8653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D845243-B4ED-DC1F-48D8-BED55FAA8E71}"/>
              </a:ext>
            </a:extLst>
          </p:cNvPr>
          <p:cNvCxnSpPr>
            <a:cxnSpLocks/>
            <a:stCxn id="104" idx="4"/>
            <a:endCxn id="106" idx="0"/>
          </p:cNvCxnSpPr>
          <p:nvPr/>
        </p:nvCxnSpPr>
        <p:spPr bwMode="gray">
          <a:xfrm flipH="1">
            <a:off x="5703195" y="4070165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382413C-A0EC-12B5-2699-A632FA860353}"/>
              </a:ext>
            </a:extLst>
          </p:cNvPr>
          <p:cNvCxnSpPr>
            <a:cxnSpLocks/>
            <a:stCxn id="107" idx="1"/>
            <a:endCxn id="104" idx="6"/>
          </p:cNvCxnSpPr>
          <p:nvPr/>
        </p:nvCxnSpPr>
        <p:spPr bwMode="gray">
          <a:xfrm flipH="1" flipV="1">
            <a:off x="5827025" y="3962153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DD94CC0-5E47-9E7D-AE8F-1DCA146B504F}"/>
              </a:ext>
            </a:extLst>
          </p:cNvPr>
          <p:cNvCxnSpPr>
            <a:cxnSpLocks/>
            <a:stCxn id="100" idx="1"/>
            <a:endCxn id="107" idx="5"/>
          </p:cNvCxnSpPr>
          <p:nvPr/>
        </p:nvCxnSpPr>
        <p:spPr bwMode="gray">
          <a:xfrm flipH="1" flipV="1">
            <a:off x="6290517" y="4231844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4E9EC8A-3B3A-9E6E-673C-3C0EFCA11D63}"/>
              </a:ext>
            </a:extLst>
          </p:cNvPr>
          <p:cNvCxnSpPr>
            <a:cxnSpLocks/>
            <a:stCxn id="100" idx="3"/>
            <a:endCxn id="106" idx="6"/>
          </p:cNvCxnSpPr>
          <p:nvPr/>
        </p:nvCxnSpPr>
        <p:spPr bwMode="gray">
          <a:xfrm flipH="1">
            <a:off x="5811207" y="4534353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28E6139-4E98-D765-7DDF-DC55FA77EF15}"/>
              </a:ext>
            </a:extLst>
          </p:cNvPr>
          <p:cNvCxnSpPr>
            <a:cxnSpLocks/>
            <a:stCxn id="107" idx="3"/>
            <a:endCxn id="106" idx="7"/>
          </p:cNvCxnSpPr>
          <p:nvPr/>
        </p:nvCxnSpPr>
        <p:spPr bwMode="gray">
          <a:xfrm flipH="1">
            <a:off x="5779571" y="4231844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AFDE372-2C1B-B363-1F37-7D188638C5CD}"/>
              </a:ext>
            </a:extLst>
          </p:cNvPr>
          <p:cNvCxnSpPr>
            <a:cxnSpLocks/>
            <a:stCxn id="103" idx="1"/>
            <a:endCxn id="107" idx="6"/>
          </p:cNvCxnSpPr>
          <p:nvPr/>
        </p:nvCxnSpPr>
        <p:spPr bwMode="gray">
          <a:xfrm flipH="1" flipV="1">
            <a:off x="6322153" y="4155468"/>
            <a:ext cx="608494" cy="115780"/>
          </a:xfrm>
          <a:prstGeom prst="line">
            <a:avLst/>
          </a:prstGeom>
          <a:ln w="19050">
            <a:solidFill>
              <a:srgbClr val="C00000">
                <a:alpha val="1411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2D8AB1-36BD-D7CC-77CF-424FF850F82C}"/>
              </a:ext>
            </a:extLst>
          </p:cNvPr>
          <p:cNvCxnSpPr>
            <a:cxnSpLocks/>
            <a:stCxn id="102" idx="5"/>
            <a:endCxn id="105" idx="0"/>
          </p:cNvCxnSpPr>
          <p:nvPr/>
        </p:nvCxnSpPr>
        <p:spPr bwMode="gray">
          <a:xfrm>
            <a:off x="7070147" y="3978867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C0B33A1-463C-1D31-A85C-D932842051D5}"/>
              </a:ext>
            </a:extLst>
          </p:cNvPr>
          <p:cNvCxnSpPr>
            <a:cxnSpLocks/>
            <a:stCxn id="105" idx="2"/>
            <a:endCxn id="106" idx="6"/>
          </p:cNvCxnSpPr>
          <p:nvPr/>
        </p:nvCxnSpPr>
        <p:spPr bwMode="gray">
          <a:xfrm flipH="1">
            <a:off x="5811207" y="4762892"/>
            <a:ext cx="1713121" cy="5102"/>
          </a:xfrm>
          <a:prstGeom prst="line">
            <a:avLst/>
          </a:prstGeom>
          <a:ln w="19050">
            <a:solidFill>
              <a:srgbClr val="C00000">
                <a:alpha val="1411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16A540B-6EC3-E4AD-B2A7-922B660F1E14}"/>
              </a:ext>
            </a:extLst>
          </p:cNvPr>
          <p:cNvCxnSpPr>
            <a:cxnSpLocks/>
            <a:stCxn id="102" idx="4"/>
            <a:endCxn id="103" idx="0"/>
          </p:cNvCxnSpPr>
          <p:nvPr/>
        </p:nvCxnSpPr>
        <p:spPr bwMode="gray">
          <a:xfrm>
            <a:off x="6993771" y="4010503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E51BF47-5CE0-059C-5849-14509C1E0BE8}"/>
              </a:ext>
            </a:extLst>
          </p:cNvPr>
          <p:cNvCxnSpPr>
            <a:cxnSpLocks/>
            <a:stCxn id="107" idx="7"/>
            <a:endCxn id="101" idx="3"/>
          </p:cNvCxnSpPr>
          <p:nvPr/>
        </p:nvCxnSpPr>
        <p:spPr bwMode="gray">
          <a:xfrm flipV="1">
            <a:off x="6290517" y="3892329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A1E16A3-F22D-9FBF-0DE4-58D0BE0D3086}"/>
              </a:ext>
            </a:extLst>
          </p:cNvPr>
          <p:cNvCxnSpPr>
            <a:cxnSpLocks/>
            <a:stCxn id="103" idx="5"/>
            <a:endCxn id="105" idx="1"/>
          </p:cNvCxnSpPr>
          <p:nvPr/>
        </p:nvCxnSpPr>
        <p:spPr bwMode="gray">
          <a:xfrm>
            <a:off x="7083399" y="4424000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956A7EC-97D2-C457-A6CA-971CBC0C282A}"/>
              </a:ext>
            </a:extLst>
          </p:cNvPr>
          <p:cNvCxnSpPr>
            <a:cxnSpLocks/>
            <a:stCxn id="100" idx="5"/>
            <a:endCxn id="105" idx="2"/>
          </p:cNvCxnSpPr>
          <p:nvPr/>
        </p:nvCxnSpPr>
        <p:spPr bwMode="gray">
          <a:xfrm>
            <a:off x="6591722" y="4534353"/>
            <a:ext cx="932606" cy="228539"/>
          </a:xfrm>
          <a:prstGeom prst="line">
            <a:avLst/>
          </a:prstGeom>
          <a:ln w="19050">
            <a:solidFill>
              <a:srgbClr val="C00000">
                <a:alpha val="1411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2D259A3-82D9-FBE5-5F39-0BA9BB33D320}"/>
              </a:ext>
            </a:extLst>
          </p:cNvPr>
          <p:cNvSpPr/>
          <p:nvPr/>
        </p:nvSpPr>
        <p:spPr bwMode="gray">
          <a:xfrm rot="16200000">
            <a:off x="5507553" y="430326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512E306-C5C1-6717-37EB-841CCA4D9B89}"/>
              </a:ext>
            </a:extLst>
          </p:cNvPr>
          <p:cNvSpPr/>
          <p:nvPr/>
        </p:nvSpPr>
        <p:spPr bwMode="gray">
          <a:xfrm rot="18496486">
            <a:off x="5775200" y="433713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0B2ED22-FBE1-0970-1E30-32E4D3B6C624}"/>
              </a:ext>
            </a:extLst>
          </p:cNvPr>
          <p:cNvSpPr/>
          <p:nvPr/>
        </p:nvSpPr>
        <p:spPr bwMode="gray">
          <a:xfrm rot="1069939">
            <a:off x="5861458" y="393557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E8E59C5-C136-8E31-487F-E5E92B871A4A}"/>
              </a:ext>
            </a:extLst>
          </p:cNvPr>
          <p:cNvSpPr/>
          <p:nvPr/>
        </p:nvSpPr>
        <p:spPr bwMode="gray">
          <a:xfrm rot="3074429">
            <a:off x="6170731" y="430024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E6D107-CEE3-CB57-BBA9-CC80282BBBEB}"/>
              </a:ext>
            </a:extLst>
          </p:cNvPr>
          <p:cNvSpPr/>
          <p:nvPr/>
        </p:nvSpPr>
        <p:spPr bwMode="gray">
          <a:xfrm rot="21114557">
            <a:off x="5900420" y="373860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6DA118B-C3C4-6610-074B-E92337A78AE7}"/>
              </a:ext>
            </a:extLst>
          </p:cNvPr>
          <p:cNvSpPr/>
          <p:nvPr/>
        </p:nvSpPr>
        <p:spPr bwMode="gray">
          <a:xfrm rot="20404253">
            <a:off x="6015361" y="45344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C67F597-2768-B889-875B-32688717BB92}"/>
              </a:ext>
            </a:extLst>
          </p:cNvPr>
          <p:cNvSpPr/>
          <p:nvPr/>
        </p:nvSpPr>
        <p:spPr bwMode="gray">
          <a:xfrm rot="5400000">
            <a:off x="6903437" y="407102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328BDBB-2AAC-1BE3-1463-FF9873AB075B}"/>
              </a:ext>
            </a:extLst>
          </p:cNvPr>
          <p:cNvSpPr/>
          <p:nvPr/>
        </p:nvSpPr>
        <p:spPr bwMode="gray">
          <a:xfrm rot="18155683">
            <a:off x="6248205" y="397503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BA5C75A-1447-FCAC-0174-24D3703B2D19}"/>
              </a:ext>
            </a:extLst>
          </p:cNvPr>
          <p:cNvSpPr/>
          <p:nvPr/>
        </p:nvSpPr>
        <p:spPr bwMode="gray">
          <a:xfrm rot="20404253">
            <a:off x="6592180" y="430115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91BE294-2E99-48C5-12F7-6B87B3418321}"/>
              </a:ext>
            </a:extLst>
          </p:cNvPr>
          <p:cNvCxnSpPr>
            <a:cxnSpLocks/>
            <a:stCxn id="101" idx="5"/>
            <a:endCxn id="103" idx="1"/>
          </p:cNvCxnSpPr>
          <p:nvPr/>
        </p:nvCxnSpPr>
        <p:spPr bwMode="gray">
          <a:xfrm>
            <a:off x="6550302" y="3892329"/>
            <a:ext cx="380345" cy="378919"/>
          </a:xfrm>
          <a:prstGeom prst="line">
            <a:avLst/>
          </a:prstGeom>
          <a:ln w="19050">
            <a:solidFill>
              <a:srgbClr val="C00000">
                <a:alpha val="1411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A01C366C-FE51-1A67-308D-7A4C31833451}"/>
              </a:ext>
            </a:extLst>
          </p:cNvPr>
          <p:cNvSpPr/>
          <p:nvPr/>
        </p:nvSpPr>
        <p:spPr bwMode="gray">
          <a:xfrm rot="2693899">
            <a:off x="6585773" y="397283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FBF83D8-1FFF-764F-E00D-5F0B45454473}"/>
              </a:ext>
            </a:extLst>
          </p:cNvPr>
          <p:cNvSpPr/>
          <p:nvPr/>
        </p:nvSpPr>
        <p:spPr bwMode="gray">
          <a:xfrm rot="836560">
            <a:off x="6576858" y="376111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40A3894-D4AF-6BD6-CDDA-CD2FBD724EE0}"/>
              </a:ext>
            </a:extLst>
          </p:cNvPr>
          <p:cNvSpPr/>
          <p:nvPr/>
        </p:nvSpPr>
        <p:spPr bwMode="gray">
          <a:xfrm rot="463785">
            <a:off x="6409893" y="411033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96BA2D7-66B0-3A82-E134-B1C7BD838648}"/>
              </a:ext>
            </a:extLst>
          </p:cNvPr>
          <p:cNvSpPr/>
          <p:nvPr/>
        </p:nvSpPr>
        <p:spPr bwMode="gray">
          <a:xfrm rot="1513090">
            <a:off x="7168020" y="445185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4F31FDF-85E6-FA2B-E1A3-8B9113025272}"/>
              </a:ext>
            </a:extLst>
          </p:cNvPr>
          <p:cNvSpPr/>
          <p:nvPr/>
        </p:nvSpPr>
        <p:spPr bwMode="gray">
          <a:xfrm rot="3170706">
            <a:off x="7247781" y="423591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A027ABA-CFE9-3F08-AB21-89436F3FDDB5}"/>
              </a:ext>
            </a:extLst>
          </p:cNvPr>
          <p:cNvSpPr/>
          <p:nvPr/>
        </p:nvSpPr>
        <p:spPr bwMode="gray">
          <a:xfrm rot="670477">
            <a:off x="6838515" y="453728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45A3052-430D-A974-0171-EE943D7435D5}"/>
              </a:ext>
            </a:extLst>
          </p:cNvPr>
          <p:cNvSpPr/>
          <p:nvPr/>
        </p:nvSpPr>
        <p:spPr bwMode="gray">
          <a:xfrm>
            <a:off x="6427728" y="46729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56AA856E-AA8F-5BAA-4211-C9C5ABA63F55}"/>
              </a:ext>
            </a:extLst>
          </p:cNvPr>
          <p:cNvSpPr/>
          <p:nvPr/>
        </p:nvSpPr>
        <p:spPr bwMode="gray">
          <a:xfrm>
            <a:off x="6407334" y="4349965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EB16AD9-2563-A5ED-F447-68F6439E9E7A}"/>
              </a:ext>
            </a:extLst>
          </p:cNvPr>
          <p:cNvSpPr/>
          <p:nvPr/>
        </p:nvSpPr>
        <p:spPr bwMode="gray">
          <a:xfrm>
            <a:off x="6365914" y="3707941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F52E45C-8BC0-F854-8DFA-0AF5074D8313}"/>
              </a:ext>
            </a:extLst>
          </p:cNvPr>
          <p:cNvSpPr/>
          <p:nvPr/>
        </p:nvSpPr>
        <p:spPr bwMode="gray">
          <a:xfrm>
            <a:off x="6885759" y="379447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FDA2805-21BD-F9FF-4067-2B0557D679CE}"/>
              </a:ext>
            </a:extLst>
          </p:cNvPr>
          <p:cNvSpPr/>
          <p:nvPr/>
        </p:nvSpPr>
        <p:spPr bwMode="gray">
          <a:xfrm>
            <a:off x="6899011" y="423961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21FD08C-8C05-4679-5BB3-D0732752A047}"/>
              </a:ext>
            </a:extLst>
          </p:cNvPr>
          <p:cNvSpPr/>
          <p:nvPr/>
        </p:nvSpPr>
        <p:spPr bwMode="gray">
          <a:xfrm>
            <a:off x="5611001" y="3854141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3EE3D74-427B-FAD2-E51B-121B273F1EF0}"/>
              </a:ext>
            </a:extLst>
          </p:cNvPr>
          <p:cNvSpPr/>
          <p:nvPr/>
        </p:nvSpPr>
        <p:spPr bwMode="gray">
          <a:xfrm>
            <a:off x="7524328" y="465488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793F9BF-8F57-8BA4-B410-D4F4196ECBC5}"/>
              </a:ext>
            </a:extLst>
          </p:cNvPr>
          <p:cNvSpPr/>
          <p:nvPr/>
        </p:nvSpPr>
        <p:spPr bwMode="gray">
          <a:xfrm>
            <a:off x="5595183" y="4659982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4D66807-101E-ADE7-F7BC-6C84EF40FCEE}"/>
              </a:ext>
            </a:extLst>
          </p:cNvPr>
          <p:cNvSpPr/>
          <p:nvPr/>
        </p:nvSpPr>
        <p:spPr bwMode="gray">
          <a:xfrm>
            <a:off x="6106129" y="4047456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FAD298C-D886-17FD-9581-985477184A48}"/>
              </a:ext>
            </a:extLst>
          </p:cNvPr>
          <p:cNvSpPr txBox="1"/>
          <p:nvPr/>
        </p:nvSpPr>
        <p:spPr bwMode="gray">
          <a:xfrm>
            <a:off x="7001858" y="3079959"/>
            <a:ext cx="1219366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Kreuzende Kante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FA0005D-76FE-5559-73AD-71B4A5189790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276302" y="2789921"/>
            <a:ext cx="254716" cy="3699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76E4D96-AEA8-8F98-7A56-16052355D35D}"/>
                  </a:ext>
                </a:extLst>
              </p:cNvPr>
              <p:cNvSpPr txBox="1"/>
              <p:nvPr/>
            </p:nvSpPr>
            <p:spPr bwMode="gray">
              <a:xfrm>
                <a:off x="6556798" y="4801579"/>
                <a:ext cx="1219366" cy="3333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de-DE" sz="800" dirty="0">
                    <a:solidFill>
                      <a:srgbClr val="C00000"/>
                    </a:solidFill>
                  </a:rPr>
                  <a:t>Minimale (leichte) kreuzende Kante </a:t>
                </a:r>
                <a14:m>
                  <m:oMath xmlns:m="http://schemas.openxmlformats.org/officeDocument/2006/math">
                    <m:r>
                      <a:rPr lang="de-DE" sz="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de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76E4D96-AEA8-8F98-7A56-16052355D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56798" y="4801579"/>
                <a:ext cx="1219366" cy="333378"/>
              </a:xfrm>
              <a:prstGeom prst="rect">
                <a:avLst/>
              </a:prstGeom>
              <a:blipFill>
                <a:blip r:embed="rId3"/>
                <a:stretch>
                  <a:fillRect l="-26804" r="-237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9235DA0-617B-9921-76F3-CBC07DA74E94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831242" y="4511541"/>
            <a:ext cx="254716" cy="3699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83D9D84-F3AF-29B3-72F8-60DB0439DB55}"/>
                  </a:ext>
                </a:extLst>
              </p:cNvPr>
              <p:cNvSpPr txBox="1"/>
              <p:nvPr/>
            </p:nvSpPr>
            <p:spPr bwMode="gray">
              <a:xfrm>
                <a:off x="7159788" y="3489423"/>
                <a:ext cx="1061436" cy="3333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de-DE" sz="800" dirty="0">
                    <a:solidFill>
                      <a:srgbClr val="C00000"/>
                    </a:solidFill>
                  </a:rPr>
                  <a:t>Kreuzende Kante </a:t>
                </a:r>
                <a14:m>
                  <m:oMath xmlns:m="http://schemas.openxmlformats.org/officeDocument/2006/math">
                    <m:r>
                      <a:rPr lang="en-US" sz="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de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83D9D84-F3AF-29B3-72F8-60DB0439D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59788" y="3489423"/>
                <a:ext cx="1061436" cy="333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E725BE5-E927-E19D-5686-3F4F76EED901}"/>
              </a:ext>
            </a:extLst>
          </p:cNvPr>
          <p:cNvCxnSpPr>
            <a:cxnSpLocks/>
            <a:stCxn id="113" idx="1"/>
          </p:cNvCxnSpPr>
          <p:nvPr/>
        </p:nvCxnSpPr>
        <p:spPr bwMode="gray">
          <a:xfrm flipH="1">
            <a:off x="6831242" y="3656112"/>
            <a:ext cx="328546" cy="2235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693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87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9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93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9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265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500"/>
                            </p:stCondLst>
                            <p:childTnLst>
                              <p:par>
                                <p:cTn id="2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000"/>
                            </p:stCondLst>
                            <p:childTnLst>
                              <p:par>
                                <p:cTn id="2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297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/>
      <p:bldP spid="111" grpId="0"/>
      <p:bldP spid="1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b="1" dirty="0" err="1"/>
              <a:t>Prim's</a:t>
            </a:r>
            <a:r>
              <a:rPr lang="de-DE" b="1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24933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1427D0F-BBCC-6418-6B4B-D5F317BEA45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210389" cy="3563938"/>
              </a:xfrm>
            </p:spPr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Färbe alle Kanten grau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Finde einen Schnitt mit keiner schwarzen Kante im Schnitt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Färbe die minimale (leichteste) Kante schwarz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Wiederhole bis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Kanten schwarz gefärbt sind.</a:t>
                </a:r>
              </a:p>
              <a:p>
                <a:r>
                  <a:rPr lang="de-DE" b="1" dirty="0"/>
                  <a:t>Satz</a:t>
                </a:r>
                <a:r>
                  <a:rPr lang="de-DE" dirty="0"/>
                  <a:t>. Der </a:t>
                </a:r>
                <a:r>
                  <a:rPr lang="en-US" i="1" dirty="0"/>
                  <a:t>Greedy</a:t>
                </a:r>
                <a:r>
                  <a:rPr lang="de-DE" dirty="0"/>
                  <a:t> Algorithmus berechnet den minimalen Spannbaum</a:t>
                </a:r>
              </a:p>
              <a:p>
                <a:r>
                  <a:rPr lang="de-DE" b="1" dirty="0"/>
                  <a:t>Beweis</a:t>
                </a:r>
                <a:r>
                  <a:rPr lang="de-DE" dirty="0"/>
                  <a:t>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dirty="0"/>
                  <a:t>Jede schwarze Kante ist per Schnitteigenschaft im minimalen Spannbaum.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dirty="0"/>
                  <a:t>Solange nicht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1200" dirty="0"/>
                  <a:t> Kanten betrachtet wurden, gibt es einen Schnitt ohne schwarze Kanten zwischen den Zusammenhangskomponenten.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1427D0F-BBCC-6418-6B4B-D5F317BEA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210389" cy="3563938"/>
              </a:xfrm>
              <a:blipFill>
                <a:blip r:embed="rId2"/>
                <a:stretch>
                  <a:fillRect l="-301" t="-355" r="-602" b="-42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1C8AA6-1485-446C-4206-60DFD639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Greedy</a:t>
            </a:r>
            <a:r>
              <a:rPr lang="de-DE" dirty="0"/>
              <a:t> Algorithmus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9D83F1-CE76-C465-3D0B-D1C489609AC7}"/>
              </a:ext>
            </a:extLst>
          </p:cNvPr>
          <p:cNvGrpSpPr/>
          <p:nvPr/>
        </p:nvGrpSpPr>
        <p:grpSpPr>
          <a:xfrm>
            <a:off x="4499992" y="1292506"/>
            <a:ext cx="1296670" cy="712788"/>
            <a:chOff x="5595183" y="3707941"/>
            <a:chExt cx="2145169" cy="116806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88E7953-3E92-7985-3747-86E71C718428}"/>
                </a:ext>
              </a:extLst>
            </p:cNvPr>
            <p:cNvCxnSpPr>
              <a:cxnSpLocks/>
              <a:stCxn id="41" idx="7"/>
              <a:endCxn id="38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C76998-7D03-BD2C-9F3D-A6111DF9416A}"/>
                </a:ext>
              </a:extLst>
            </p:cNvPr>
            <p:cNvCxnSpPr>
              <a:cxnSpLocks/>
              <a:stCxn id="37" idx="6"/>
              <a:endCxn id="40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7DCA79C-7948-2553-CB4E-8A36456ACA22}"/>
                </a:ext>
              </a:extLst>
            </p:cNvPr>
            <p:cNvCxnSpPr>
              <a:cxnSpLocks/>
              <a:stCxn id="38" idx="6"/>
              <a:endCxn id="39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AC2CAD9-EA71-BB1C-0CD5-0989834DD047}"/>
                </a:ext>
              </a:extLst>
            </p:cNvPr>
            <p:cNvCxnSpPr>
              <a:cxnSpLocks/>
              <a:stCxn id="41" idx="4"/>
              <a:endCxn id="43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6CF3AE-3CD6-01F8-4166-EBA29E771EC8}"/>
                </a:ext>
              </a:extLst>
            </p:cNvPr>
            <p:cNvCxnSpPr>
              <a:cxnSpLocks/>
              <a:stCxn id="44" idx="1"/>
              <a:endCxn id="41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9E435D-256F-A730-7E0B-11FFA99D1D47}"/>
                </a:ext>
              </a:extLst>
            </p:cNvPr>
            <p:cNvCxnSpPr>
              <a:cxnSpLocks/>
              <a:stCxn id="37" idx="1"/>
              <a:endCxn id="44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2B938E7-6042-95BB-C07F-4C57E9F7CC3E}"/>
                </a:ext>
              </a:extLst>
            </p:cNvPr>
            <p:cNvCxnSpPr>
              <a:cxnSpLocks/>
              <a:stCxn id="37" idx="3"/>
              <a:endCxn id="43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756E85-2C48-DBDF-C562-69ECC6CDF307}"/>
                </a:ext>
              </a:extLst>
            </p:cNvPr>
            <p:cNvCxnSpPr>
              <a:cxnSpLocks/>
              <a:stCxn id="44" idx="3"/>
              <a:endCxn id="43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03C4CA-A2FD-BD2A-113E-A41547EBC35B}"/>
                </a:ext>
              </a:extLst>
            </p:cNvPr>
            <p:cNvCxnSpPr>
              <a:cxnSpLocks/>
              <a:stCxn id="40" idx="1"/>
              <a:endCxn id="44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4E932D-DDE2-A260-8D7C-D73762B9E8FA}"/>
                </a:ext>
              </a:extLst>
            </p:cNvPr>
            <p:cNvCxnSpPr>
              <a:cxnSpLocks/>
              <a:stCxn id="39" idx="5"/>
              <a:endCxn id="42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94A44BC-E968-9321-0944-EE71B05DF4DE}"/>
                </a:ext>
              </a:extLst>
            </p:cNvPr>
            <p:cNvCxnSpPr>
              <a:cxnSpLocks/>
              <a:stCxn id="42" idx="2"/>
              <a:endCxn id="43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D17BACA-3631-0059-F390-DD80229E617B}"/>
                </a:ext>
              </a:extLst>
            </p:cNvPr>
            <p:cNvCxnSpPr>
              <a:cxnSpLocks/>
              <a:stCxn id="39" idx="4"/>
              <a:endCxn id="40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910F56-5C78-30CD-771B-ACFEAF34F02A}"/>
                </a:ext>
              </a:extLst>
            </p:cNvPr>
            <p:cNvCxnSpPr>
              <a:cxnSpLocks/>
              <a:stCxn id="44" idx="7"/>
              <a:endCxn id="38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279C4E-96F5-2154-BF74-5AC00983B609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92D39C8-812B-67D9-A7F7-48969A899A62}"/>
                </a:ext>
              </a:extLst>
            </p:cNvPr>
            <p:cNvCxnSpPr>
              <a:cxnSpLocks/>
              <a:stCxn id="37" idx="5"/>
              <a:endCxn id="42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EC9E97E-0531-0A53-8AFE-F7B406EF8160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3D3F49-DF74-7572-FB40-5C250AE8302C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558BCB8-C97C-2780-B77F-143601868D6E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BAFD47-72C2-ADFC-D2BD-22DBF0D002F7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F2AC77E-A40D-9459-CDBD-FC20A72C6BE6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A42D0B7-7E22-8670-120E-DB0BFB94D24A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F27A0D4-E2D3-44FB-D60C-A9AF5D4ED3CA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7BF0631-884A-6905-6609-9741A1EA22BB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3C25331-0E6C-F5C5-854F-D58E4138635C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875DA83-1C85-7580-FA63-FF74CE399AF8}"/>
                </a:ext>
              </a:extLst>
            </p:cNvPr>
            <p:cNvCxnSpPr>
              <a:cxnSpLocks/>
              <a:stCxn id="38" idx="5"/>
              <a:endCxn id="40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C6BD4E9-664C-47F2-B8CC-48E91E2EE28B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8494E21-5439-622C-D456-6C509E700028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CB1FC03-99B3-F396-A9E0-FAFCF6FD97D5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3200EF8-47E1-A5A2-5F23-082D9692B3D5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0D55C8-652E-4F15-6C8D-370E05E5743C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A3A37AD-08AC-7627-0EA2-F4ABF8FB9612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19638F9-A1F2-6806-89CC-DE7114B1F5E0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691E75D-F258-5DFE-63C3-7A7487DAF49F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0491133-9CDA-74B2-161E-76325F92B676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1B28788-2137-26E5-0EA4-C8850589FFC7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BDFA96E-A656-92D6-CE59-09DE074FB0BA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D5F7426-C1ED-B7F6-4633-D028EACD386F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F775D7B-3C19-01FE-745A-EFD8BD482A5D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11AE4D1-C7C4-5619-572F-617ED41703F5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271A95F-EC62-88EB-3C72-AE17B16772C2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DBD1DC9-028A-F40C-E2BE-6AB7EA268E0A}"/>
              </a:ext>
            </a:extLst>
          </p:cNvPr>
          <p:cNvGrpSpPr/>
          <p:nvPr/>
        </p:nvGrpSpPr>
        <p:grpSpPr>
          <a:xfrm>
            <a:off x="4499992" y="2199155"/>
            <a:ext cx="1296670" cy="712788"/>
            <a:chOff x="5595183" y="3707941"/>
            <a:chExt cx="2145169" cy="1168065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1DF02A6-973C-5FE8-706E-BA861AB2B009}"/>
                </a:ext>
              </a:extLst>
            </p:cNvPr>
            <p:cNvCxnSpPr>
              <a:cxnSpLocks/>
              <a:stCxn id="164" idx="7"/>
              <a:endCxn id="161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3CE2347-5AB6-658C-8A7E-EC80DABD0577}"/>
                </a:ext>
              </a:extLst>
            </p:cNvPr>
            <p:cNvCxnSpPr>
              <a:cxnSpLocks/>
              <a:stCxn id="160" idx="6"/>
              <a:endCxn id="163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E1355292-6C2E-4696-A126-DE978AB360CF}"/>
                </a:ext>
              </a:extLst>
            </p:cNvPr>
            <p:cNvCxnSpPr>
              <a:cxnSpLocks/>
              <a:stCxn id="161" idx="6"/>
              <a:endCxn id="162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A5EFC4D-762C-2D28-69B5-DC8D64E4B64B}"/>
                </a:ext>
              </a:extLst>
            </p:cNvPr>
            <p:cNvCxnSpPr>
              <a:cxnSpLocks/>
              <a:stCxn id="164" idx="4"/>
              <a:endCxn id="166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AA6307E-9D16-BAE3-3761-A1A2C0993DDB}"/>
                </a:ext>
              </a:extLst>
            </p:cNvPr>
            <p:cNvCxnSpPr>
              <a:cxnSpLocks/>
              <a:stCxn id="167" idx="1"/>
              <a:endCxn id="164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9D2A330-6961-2F4D-B95C-7DB755143E43}"/>
                </a:ext>
              </a:extLst>
            </p:cNvPr>
            <p:cNvCxnSpPr>
              <a:cxnSpLocks/>
              <a:stCxn id="160" idx="1"/>
              <a:endCxn id="167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0684AB3-D012-A885-F298-663E10EE1080}"/>
                </a:ext>
              </a:extLst>
            </p:cNvPr>
            <p:cNvCxnSpPr>
              <a:cxnSpLocks/>
              <a:stCxn id="160" idx="3"/>
              <a:endCxn id="166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49C2576-5FB1-1A24-88FE-F0479DECD51F}"/>
                </a:ext>
              </a:extLst>
            </p:cNvPr>
            <p:cNvCxnSpPr>
              <a:cxnSpLocks/>
              <a:stCxn id="167" idx="3"/>
              <a:endCxn id="166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19F76C57-8789-44E2-44BF-39A34CE465DD}"/>
                </a:ext>
              </a:extLst>
            </p:cNvPr>
            <p:cNvCxnSpPr>
              <a:cxnSpLocks/>
              <a:stCxn id="163" idx="1"/>
              <a:endCxn id="167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95C4641-1282-51CD-35DA-8AD14C659C0F}"/>
                </a:ext>
              </a:extLst>
            </p:cNvPr>
            <p:cNvCxnSpPr>
              <a:cxnSpLocks/>
              <a:stCxn id="162" idx="5"/>
              <a:endCxn id="165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88C0F28-A8C0-11CC-BD61-8E7023528DE8}"/>
                </a:ext>
              </a:extLst>
            </p:cNvPr>
            <p:cNvCxnSpPr>
              <a:cxnSpLocks/>
              <a:stCxn id="165" idx="2"/>
              <a:endCxn id="166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78A2A44-B495-9224-896F-B58654569ECC}"/>
                </a:ext>
              </a:extLst>
            </p:cNvPr>
            <p:cNvCxnSpPr>
              <a:cxnSpLocks/>
              <a:stCxn id="162" idx="4"/>
              <a:endCxn id="163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AF50406-6B51-2DF0-2668-B156C516DD6F}"/>
                </a:ext>
              </a:extLst>
            </p:cNvPr>
            <p:cNvCxnSpPr>
              <a:cxnSpLocks/>
              <a:stCxn id="167" idx="7"/>
              <a:endCxn id="161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E2A6B1D-A5FD-0ECB-0B0A-968F5E4090A8}"/>
                </a:ext>
              </a:extLst>
            </p:cNvPr>
            <p:cNvCxnSpPr>
              <a:cxnSpLocks/>
              <a:stCxn id="163" idx="5"/>
              <a:endCxn id="165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A0C20E4-1A9E-C12A-D0FC-E9D28C957E46}"/>
                </a:ext>
              </a:extLst>
            </p:cNvPr>
            <p:cNvCxnSpPr>
              <a:cxnSpLocks/>
              <a:stCxn id="160" idx="5"/>
              <a:endCxn id="165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F5812F6-0748-4548-1E86-C718925D985B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9762D84-2BDB-CD68-31F2-583981E1AD64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6FD228A-6CF4-F974-4BF9-0A9A9B52137C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9ADD7AB-D0AB-9F3E-C605-FC0E4CEA6EE5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C823FFF-F35B-D429-D3EF-CCAB4627E46B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89F4C451-A41F-126E-D63A-C416BDA5EB4B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D874B96-C518-C2D9-3BD9-8EDE531EAFF0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9D82B79-B5B9-ED3C-C8A0-86E713486994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3BCE8077-30A2-0199-1AE1-0F282D041D29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8A63020E-D222-882F-3194-B975F821636F}"/>
                </a:ext>
              </a:extLst>
            </p:cNvPr>
            <p:cNvCxnSpPr>
              <a:cxnSpLocks/>
              <a:stCxn id="161" idx="5"/>
              <a:endCxn id="163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BDA699A-0B1D-CE85-6282-E6836151365C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788D87FE-12BA-A8D6-0215-3A09F6CFB622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5A58874-CE8B-0903-DD4C-8B8D64E551A2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5492696-F02B-45F2-9E51-4531150F3DEF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5555663-0AB9-619B-7047-10D88B107A70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C145560-B7B1-8E0E-E515-0AE289AA318E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E284EE3-F3C7-F281-0279-EDA7B1E8F827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0052A0DC-4B73-E568-791B-0106265E22CC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D6027FC-8389-28B3-037B-B8FD83E3D52E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C80BFE94-B27C-9AB7-083D-8280D68EF070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631B8A9-7659-3942-6FE2-C28EC55367A1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FC585FBB-4808-051C-6EA3-C38B494CE4C3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2361CD9-41C6-8087-3388-C61354553C64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7F1B4F17-A4C8-4978-067A-7C570C31A006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1EBDF4-4E85-6304-76E1-086E71A33DC0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4DE9DCC7-21A9-367B-5BED-B37D784FF51D}"/>
              </a:ext>
            </a:extLst>
          </p:cNvPr>
          <p:cNvCxnSpPr>
            <a:cxnSpLocks/>
            <a:stCxn id="205" idx="7"/>
            <a:endCxn id="202" idx="2"/>
          </p:cNvCxnSpPr>
          <p:nvPr/>
        </p:nvCxnSpPr>
        <p:spPr bwMode="gray">
          <a:xfrm flipV="1">
            <a:off x="4621009" y="3171716"/>
            <a:ext cx="344860" cy="42609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AAB43FA-8EB3-9E68-1E30-665C432047FA}"/>
              </a:ext>
            </a:extLst>
          </p:cNvPr>
          <p:cNvCxnSpPr>
            <a:cxnSpLocks/>
            <a:stCxn id="201" idx="6"/>
            <a:endCxn id="204" idx="2"/>
          </p:cNvCxnSpPr>
          <p:nvPr/>
        </p:nvCxnSpPr>
        <p:spPr bwMode="gray">
          <a:xfrm flipV="1">
            <a:off x="5121483" y="3496158"/>
            <a:ext cx="166621" cy="67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4D45FF7-2B76-5FF7-E5BB-D96D1251EDE9}"/>
              </a:ext>
            </a:extLst>
          </p:cNvPr>
          <p:cNvCxnSpPr>
            <a:cxnSpLocks/>
            <a:stCxn id="202" idx="6"/>
            <a:endCxn id="203" idx="2"/>
          </p:cNvCxnSpPr>
          <p:nvPr/>
        </p:nvCxnSpPr>
        <p:spPr bwMode="gray">
          <a:xfrm>
            <a:off x="5096446" y="3171716"/>
            <a:ext cx="183648" cy="5280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532596EE-C864-EDDD-EF38-6274D3718BAD}"/>
              </a:ext>
            </a:extLst>
          </p:cNvPr>
          <p:cNvCxnSpPr>
            <a:cxnSpLocks/>
            <a:stCxn id="205" idx="4"/>
            <a:endCxn id="207" idx="0"/>
          </p:cNvCxnSpPr>
          <p:nvPr/>
        </p:nvCxnSpPr>
        <p:spPr bwMode="gray">
          <a:xfrm flipH="1">
            <a:off x="4565281" y="3326844"/>
            <a:ext cx="9561" cy="359924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64A8B12-1341-D8E0-BA58-8DCBBEDF63BB}"/>
              </a:ext>
            </a:extLst>
          </p:cNvPr>
          <p:cNvCxnSpPr>
            <a:cxnSpLocks/>
            <a:stCxn id="208" idx="1"/>
            <a:endCxn id="205" idx="6"/>
          </p:cNvCxnSpPr>
          <p:nvPr/>
        </p:nvCxnSpPr>
        <p:spPr bwMode="gray">
          <a:xfrm flipH="1" flipV="1">
            <a:off x="4640131" y="3260932"/>
            <a:ext cx="187830" cy="7136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043F4B7A-E9E6-8BFB-A7A6-2784E75189FC}"/>
              </a:ext>
            </a:extLst>
          </p:cNvPr>
          <p:cNvCxnSpPr>
            <a:cxnSpLocks/>
            <a:stCxn id="201" idx="1"/>
            <a:endCxn id="208" idx="5"/>
          </p:cNvCxnSpPr>
          <p:nvPr/>
        </p:nvCxnSpPr>
        <p:spPr bwMode="gray">
          <a:xfrm flipH="1" flipV="1">
            <a:off x="4920294" y="3425505"/>
            <a:ext cx="89734" cy="91386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24D55C3-57CF-0792-5DA4-153E7E27AC3B}"/>
              </a:ext>
            </a:extLst>
          </p:cNvPr>
          <p:cNvCxnSpPr>
            <a:cxnSpLocks/>
            <a:stCxn id="201" idx="3"/>
            <a:endCxn id="207" idx="6"/>
          </p:cNvCxnSpPr>
          <p:nvPr/>
        </p:nvCxnSpPr>
        <p:spPr bwMode="gray">
          <a:xfrm flipH="1">
            <a:off x="4630570" y="3610105"/>
            <a:ext cx="379458" cy="14257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420D694-20CE-6C55-595D-8AA8F6176830}"/>
              </a:ext>
            </a:extLst>
          </p:cNvPr>
          <p:cNvCxnSpPr>
            <a:cxnSpLocks/>
            <a:stCxn id="208" idx="3"/>
            <a:endCxn id="207" idx="7"/>
          </p:cNvCxnSpPr>
          <p:nvPr/>
        </p:nvCxnSpPr>
        <p:spPr bwMode="gray">
          <a:xfrm flipH="1">
            <a:off x="4611447" y="3425505"/>
            <a:ext cx="216514" cy="28056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E0F6079-023F-4CAC-94D9-BA0FADAA83DB}"/>
              </a:ext>
            </a:extLst>
          </p:cNvPr>
          <p:cNvCxnSpPr>
            <a:cxnSpLocks/>
            <a:stCxn id="204" idx="1"/>
            <a:endCxn id="208" idx="6"/>
          </p:cNvCxnSpPr>
          <p:nvPr/>
        </p:nvCxnSpPr>
        <p:spPr bwMode="gray">
          <a:xfrm flipH="1" flipV="1">
            <a:off x="4939417" y="3378898"/>
            <a:ext cx="367811" cy="7065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307D82C-35FF-42F7-C6AF-3BF357928997}"/>
              </a:ext>
            </a:extLst>
          </p:cNvPr>
          <p:cNvCxnSpPr>
            <a:cxnSpLocks/>
            <a:stCxn id="203" idx="5"/>
            <a:endCxn id="206" idx="0"/>
          </p:cNvCxnSpPr>
          <p:nvPr/>
        </p:nvCxnSpPr>
        <p:spPr bwMode="gray">
          <a:xfrm>
            <a:off x="5391550" y="3271131"/>
            <a:ext cx="339823" cy="41252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F89A2EA-DB19-38D9-9795-57C79387E765}"/>
              </a:ext>
            </a:extLst>
          </p:cNvPr>
          <p:cNvCxnSpPr>
            <a:cxnSpLocks/>
            <a:stCxn id="206" idx="2"/>
            <a:endCxn id="207" idx="6"/>
          </p:cNvCxnSpPr>
          <p:nvPr/>
        </p:nvCxnSpPr>
        <p:spPr bwMode="gray">
          <a:xfrm flipH="1">
            <a:off x="4630570" y="3749566"/>
            <a:ext cx="1035514" cy="31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370FF55-F45D-5631-A0E3-FBEBF9D5F45F}"/>
              </a:ext>
            </a:extLst>
          </p:cNvPr>
          <p:cNvCxnSpPr>
            <a:cxnSpLocks/>
            <a:stCxn id="203" idx="4"/>
            <a:endCxn id="204" idx="0"/>
          </p:cNvCxnSpPr>
          <p:nvPr/>
        </p:nvCxnSpPr>
        <p:spPr bwMode="gray">
          <a:xfrm>
            <a:off x="5345383" y="3290436"/>
            <a:ext cx="8010" cy="1398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422B9D1D-61C4-2F51-A1F9-B5EA45015BA7}"/>
              </a:ext>
            </a:extLst>
          </p:cNvPr>
          <p:cNvCxnSpPr>
            <a:cxnSpLocks/>
            <a:stCxn id="208" idx="7"/>
            <a:endCxn id="202" idx="3"/>
          </p:cNvCxnSpPr>
          <p:nvPr/>
        </p:nvCxnSpPr>
        <p:spPr bwMode="gray">
          <a:xfrm flipV="1">
            <a:off x="4920294" y="3218323"/>
            <a:ext cx="64697" cy="11396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914F3F0-49A1-9E8B-A77C-92674CEE5D1E}"/>
              </a:ext>
            </a:extLst>
          </p:cNvPr>
          <p:cNvCxnSpPr>
            <a:cxnSpLocks/>
            <a:stCxn id="204" idx="5"/>
            <a:endCxn id="206" idx="1"/>
          </p:cNvCxnSpPr>
          <p:nvPr/>
        </p:nvCxnSpPr>
        <p:spPr bwMode="gray">
          <a:xfrm>
            <a:off x="5399560" y="3542764"/>
            <a:ext cx="285647" cy="16019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3659B955-B44B-6961-933F-2F6FA18A39F4}"/>
              </a:ext>
            </a:extLst>
          </p:cNvPr>
          <p:cNvCxnSpPr>
            <a:cxnSpLocks/>
            <a:stCxn id="201" idx="5"/>
            <a:endCxn id="206" idx="2"/>
          </p:cNvCxnSpPr>
          <p:nvPr/>
        </p:nvCxnSpPr>
        <p:spPr bwMode="gray">
          <a:xfrm>
            <a:off x="5102360" y="3610105"/>
            <a:ext cx="563724" cy="13946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19D62E9-9517-6879-8430-4E600F5E2CB2}"/>
              </a:ext>
            </a:extLst>
          </p:cNvPr>
          <p:cNvSpPr/>
          <p:nvPr/>
        </p:nvSpPr>
        <p:spPr bwMode="gray">
          <a:xfrm rot="16200000">
            <a:off x="4446152" y="3469359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28B5D52-B5A4-11A8-EE2C-FF1E8545D601}"/>
              </a:ext>
            </a:extLst>
          </p:cNvPr>
          <p:cNvSpPr/>
          <p:nvPr/>
        </p:nvSpPr>
        <p:spPr bwMode="gray">
          <a:xfrm rot="18496486">
            <a:off x="4607934" y="3490029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1B920462-E82A-5CEC-2ED3-18B03DD7B06D}"/>
              </a:ext>
            </a:extLst>
          </p:cNvPr>
          <p:cNvSpPr/>
          <p:nvPr/>
        </p:nvSpPr>
        <p:spPr bwMode="gray">
          <a:xfrm rot="1069939">
            <a:off x="4660945" y="324471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DA30FFE9-57DD-E4A1-1044-C052902CF37C}"/>
              </a:ext>
            </a:extLst>
          </p:cNvPr>
          <p:cNvSpPr/>
          <p:nvPr/>
        </p:nvSpPr>
        <p:spPr bwMode="gray">
          <a:xfrm rot="3074429">
            <a:off x="4847017" y="3467519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6326DAE-684A-7F73-C317-92A6FD14576B}"/>
              </a:ext>
            </a:extLst>
          </p:cNvPr>
          <p:cNvSpPr/>
          <p:nvPr/>
        </p:nvSpPr>
        <p:spPr bwMode="gray">
          <a:xfrm rot="21114557">
            <a:off x="4684496" y="3124517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E9CC931-BC24-C289-5F23-9828DA6E945B}"/>
              </a:ext>
            </a:extLst>
          </p:cNvPr>
          <p:cNvSpPr/>
          <p:nvPr/>
        </p:nvSpPr>
        <p:spPr bwMode="gray">
          <a:xfrm rot="20404253">
            <a:off x="4753973" y="3610174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5E427561-B21B-FC75-6ECC-C5654C403D61}"/>
              </a:ext>
            </a:extLst>
          </p:cNvPr>
          <p:cNvSpPr/>
          <p:nvPr/>
        </p:nvSpPr>
        <p:spPr bwMode="gray">
          <a:xfrm rot="5400000">
            <a:off x="5289909" y="3327644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543B2B3-566A-3EFA-1FBA-1AD41D45018B}"/>
              </a:ext>
            </a:extLst>
          </p:cNvPr>
          <p:cNvSpPr/>
          <p:nvPr/>
        </p:nvSpPr>
        <p:spPr bwMode="gray">
          <a:xfrm rot="18155683">
            <a:off x="4893847" y="3269068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361C8DFA-810E-823E-C0A6-E62385B784C7}"/>
              </a:ext>
            </a:extLst>
          </p:cNvPr>
          <p:cNvSpPr/>
          <p:nvPr/>
        </p:nvSpPr>
        <p:spPr bwMode="gray">
          <a:xfrm rot="20404253">
            <a:off x="5102637" y="3467800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FD99CB0-0E36-597C-1848-D297788B503C}"/>
              </a:ext>
            </a:extLst>
          </p:cNvPr>
          <p:cNvCxnSpPr>
            <a:cxnSpLocks/>
            <a:stCxn id="202" idx="5"/>
            <a:endCxn id="204" idx="1"/>
          </p:cNvCxnSpPr>
          <p:nvPr/>
        </p:nvCxnSpPr>
        <p:spPr bwMode="gray">
          <a:xfrm>
            <a:off x="5077324" y="3218323"/>
            <a:ext cx="229904" cy="23122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9435E41B-BFA3-091F-39D5-D8944D0D856E}"/>
              </a:ext>
            </a:extLst>
          </p:cNvPr>
          <p:cNvSpPr/>
          <p:nvPr/>
        </p:nvSpPr>
        <p:spPr bwMode="gray">
          <a:xfrm rot="2693899">
            <a:off x="5098765" y="3267451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C7166B1-A4D9-ED25-4D51-FE87AB54B721}"/>
              </a:ext>
            </a:extLst>
          </p:cNvPr>
          <p:cNvSpPr/>
          <p:nvPr/>
        </p:nvSpPr>
        <p:spPr bwMode="gray">
          <a:xfrm rot="836560">
            <a:off x="5093376" y="313825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2B675D9-E769-EFA0-CA35-76B6B7EEB29F}"/>
              </a:ext>
            </a:extLst>
          </p:cNvPr>
          <p:cNvSpPr/>
          <p:nvPr/>
        </p:nvSpPr>
        <p:spPr bwMode="gray">
          <a:xfrm rot="463785">
            <a:off x="4992452" y="3351359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615EC17-1F8F-0D51-5D1E-FCA7FA84BF03}"/>
              </a:ext>
            </a:extLst>
          </p:cNvPr>
          <p:cNvSpPr/>
          <p:nvPr/>
        </p:nvSpPr>
        <p:spPr bwMode="gray">
          <a:xfrm rot="1513090">
            <a:off x="5450710" y="3559759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2675987-8255-CFCC-8720-75E3197C4ADC}"/>
              </a:ext>
            </a:extLst>
          </p:cNvPr>
          <p:cNvSpPr/>
          <p:nvPr/>
        </p:nvSpPr>
        <p:spPr bwMode="gray">
          <a:xfrm rot="3170706">
            <a:off x="5498051" y="3428261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E3BF7C-BE9B-1821-7752-6042B9915885}"/>
              </a:ext>
            </a:extLst>
          </p:cNvPr>
          <p:cNvSpPr/>
          <p:nvPr/>
        </p:nvSpPr>
        <p:spPr bwMode="gray">
          <a:xfrm rot="670477">
            <a:off x="5251537" y="361189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48A16F3-9041-A9C5-0E1F-FFC3FB29A97D}"/>
              </a:ext>
            </a:extLst>
          </p:cNvPr>
          <p:cNvSpPr/>
          <p:nvPr/>
        </p:nvSpPr>
        <p:spPr bwMode="gray">
          <a:xfrm>
            <a:off x="5003233" y="3694706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CE3FC34F-D5D6-5E5C-8851-E61B80A006DB}"/>
              </a:ext>
            </a:extLst>
          </p:cNvPr>
          <p:cNvSpPr/>
          <p:nvPr/>
        </p:nvSpPr>
        <p:spPr bwMode="gray">
          <a:xfrm>
            <a:off x="4990905" y="3497586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F38D2D99-2136-C82D-CEE8-FB2E76C521A7}"/>
              </a:ext>
            </a:extLst>
          </p:cNvPr>
          <p:cNvSpPr/>
          <p:nvPr/>
        </p:nvSpPr>
        <p:spPr bwMode="gray">
          <a:xfrm>
            <a:off x="4965868" y="3105804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B4E750A8-9041-6974-45AC-7D0A24E9658F}"/>
              </a:ext>
            </a:extLst>
          </p:cNvPr>
          <p:cNvSpPr/>
          <p:nvPr/>
        </p:nvSpPr>
        <p:spPr bwMode="gray">
          <a:xfrm>
            <a:off x="5280094" y="3158612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4057DE8-B96E-DDB8-33F3-BAE3C4D6D556}"/>
              </a:ext>
            </a:extLst>
          </p:cNvPr>
          <p:cNvSpPr/>
          <p:nvPr/>
        </p:nvSpPr>
        <p:spPr bwMode="gray">
          <a:xfrm>
            <a:off x="5288105" y="3430245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CD8D4243-2027-7CC0-E330-395D974CE42E}"/>
              </a:ext>
            </a:extLst>
          </p:cNvPr>
          <p:cNvSpPr/>
          <p:nvPr/>
        </p:nvSpPr>
        <p:spPr bwMode="gray">
          <a:xfrm>
            <a:off x="4509553" y="3195020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0136AEA7-11CE-C679-4479-B3B87CC88B94}"/>
              </a:ext>
            </a:extLst>
          </p:cNvPr>
          <p:cNvSpPr/>
          <p:nvPr/>
        </p:nvSpPr>
        <p:spPr bwMode="gray">
          <a:xfrm>
            <a:off x="5666084" y="3683654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4B494DC9-FA96-FAD7-C398-061079903D43}"/>
              </a:ext>
            </a:extLst>
          </p:cNvPr>
          <p:cNvSpPr/>
          <p:nvPr/>
        </p:nvSpPr>
        <p:spPr bwMode="gray">
          <a:xfrm>
            <a:off x="4499992" y="3686768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984130DA-9FF8-0A51-4C82-8C50225BC3A4}"/>
              </a:ext>
            </a:extLst>
          </p:cNvPr>
          <p:cNvSpPr/>
          <p:nvPr/>
        </p:nvSpPr>
        <p:spPr bwMode="gray">
          <a:xfrm>
            <a:off x="4808839" y="3312986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7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3F9E138-52F3-BED1-5722-50D3A7C417B8}"/>
              </a:ext>
            </a:extLst>
          </p:cNvPr>
          <p:cNvGrpSpPr/>
          <p:nvPr/>
        </p:nvGrpSpPr>
        <p:grpSpPr>
          <a:xfrm>
            <a:off x="4499992" y="4012453"/>
            <a:ext cx="1296670" cy="712788"/>
            <a:chOff x="5595183" y="3707941"/>
            <a:chExt cx="2145169" cy="1168065"/>
          </a:xfrm>
        </p:grpSpPr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320AED90-68BB-38F8-760D-3B160A967CD8}"/>
                </a:ext>
              </a:extLst>
            </p:cNvPr>
            <p:cNvCxnSpPr>
              <a:cxnSpLocks/>
              <a:stCxn id="246" idx="7"/>
              <a:endCxn id="243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4723D06-3F29-D448-67B0-FE653B1D1C61}"/>
                </a:ext>
              </a:extLst>
            </p:cNvPr>
            <p:cNvCxnSpPr>
              <a:cxnSpLocks/>
              <a:stCxn id="242" idx="6"/>
              <a:endCxn id="245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D8967D98-7FC5-26CE-B148-55CA3A433D2F}"/>
                </a:ext>
              </a:extLst>
            </p:cNvPr>
            <p:cNvCxnSpPr>
              <a:cxnSpLocks/>
              <a:stCxn id="243" idx="6"/>
              <a:endCxn id="244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AC112B79-79DB-C993-38E2-155A66A0B4E5}"/>
                </a:ext>
              </a:extLst>
            </p:cNvPr>
            <p:cNvCxnSpPr>
              <a:cxnSpLocks/>
              <a:stCxn id="246" idx="4"/>
              <a:endCxn id="248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2BCFBB95-E649-7C9D-0F90-0131A5497B87}"/>
                </a:ext>
              </a:extLst>
            </p:cNvPr>
            <p:cNvCxnSpPr>
              <a:cxnSpLocks/>
              <a:stCxn id="249" idx="1"/>
              <a:endCxn id="246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7B8AC9A6-DD0D-4A6A-9826-A351C1FCFAEE}"/>
                </a:ext>
              </a:extLst>
            </p:cNvPr>
            <p:cNvCxnSpPr>
              <a:cxnSpLocks/>
              <a:stCxn id="242" idx="1"/>
              <a:endCxn id="249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4C9FF27-F7D4-D3B2-EA58-6C330E8E22D4}"/>
                </a:ext>
              </a:extLst>
            </p:cNvPr>
            <p:cNvCxnSpPr>
              <a:cxnSpLocks/>
              <a:stCxn id="242" idx="3"/>
              <a:endCxn id="248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814984A9-D689-2D5B-6487-0AE511BC1C9C}"/>
                </a:ext>
              </a:extLst>
            </p:cNvPr>
            <p:cNvCxnSpPr>
              <a:cxnSpLocks/>
              <a:stCxn id="249" idx="3"/>
              <a:endCxn id="248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DF3901C4-B8C9-A064-BB76-7FCEA5BE893C}"/>
                </a:ext>
              </a:extLst>
            </p:cNvPr>
            <p:cNvCxnSpPr>
              <a:cxnSpLocks/>
              <a:stCxn id="245" idx="1"/>
              <a:endCxn id="249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48EFAD6F-CA81-02F9-0095-15E2B438B7A7}"/>
                </a:ext>
              </a:extLst>
            </p:cNvPr>
            <p:cNvCxnSpPr>
              <a:cxnSpLocks/>
              <a:stCxn id="244" idx="5"/>
              <a:endCxn id="247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379E11F5-59A2-72B4-7059-AAD07D8463C0}"/>
                </a:ext>
              </a:extLst>
            </p:cNvPr>
            <p:cNvCxnSpPr>
              <a:cxnSpLocks/>
              <a:stCxn id="247" idx="2"/>
              <a:endCxn id="248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5CBDF2C-AE1D-F288-B66D-E56F2EA275B9}"/>
                </a:ext>
              </a:extLst>
            </p:cNvPr>
            <p:cNvCxnSpPr>
              <a:cxnSpLocks/>
              <a:stCxn id="244" idx="4"/>
              <a:endCxn id="245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3AC928E3-E60F-B85D-B7AF-A62323C669B0}"/>
                </a:ext>
              </a:extLst>
            </p:cNvPr>
            <p:cNvCxnSpPr>
              <a:cxnSpLocks/>
              <a:stCxn id="249" idx="7"/>
              <a:endCxn id="243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9D78154D-77B2-A41F-BC7C-A1EE26877852}"/>
                </a:ext>
              </a:extLst>
            </p:cNvPr>
            <p:cNvCxnSpPr>
              <a:cxnSpLocks/>
              <a:stCxn id="245" idx="5"/>
              <a:endCxn id="247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9FF4286-0F6C-A306-369B-A8DE0E688767}"/>
                </a:ext>
              </a:extLst>
            </p:cNvPr>
            <p:cNvCxnSpPr>
              <a:cxnSpLocks/>
              <a:stCxn id="242" idx="5"/>
              <a:endCxn id="247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53B40107-7D24-EE90-D363-BD179C0311E5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714561F9-1310-337A-A780-86E50EE19125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219F418-6681-719C-840B-D0D6F938E93E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E8BF1FAC-8E5D-2201-4A83-DB332E9E40A1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E02134CC-C505-FC75-E715-0595B608A8DD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417239C7-4F44-0E7B-E6E4-2F9C34CF1F26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60318A75-809A-0F2D-1D99-F861C37B2949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6F8244FD-6061-D98A-9D06-D4F9B4D942EB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A58935C0-5F1E-82F9-306C-8CEA8ED8832F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76D3A80-8168-5075-DE44-D9CCBDE0CE2B}"/>
                </a:ext>
              </a:extLst>
            </p:cNvPr>
            <p:cNvCxnSpPr>
              <a:cxnSpLocks/>
              <a:stCxn id="243" idx="5"/>
              <a:endCxn id="245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E3D985C-49F0-904E-A4F0-B5D5D3196AFF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BFC1E88C-9DF6-DE67-636F-494EF65F1B64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F165599-DB37-9A6F-A30E-D619D89614CC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A7F108F1-7870-BE84-778A-11D4F57F999F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87809E4B-B744-27A5-91F7-E28F103DE8EB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E77BCE5C-AE9F-1F46-F267-60716B65C08E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71BD8B79-1D07-4AAA-4285-AC3FD1DC86BE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DD07D2A2-2421-6292-69F3-FEB1FCD2194D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201F2B28-C32B-F080-11B8-DE6B5B65D66E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113029BF-A536-4FDB-A31F-3F4D65050FDB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FB7D693E-AA38-55D8-AD27-65FF077DE49D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70D6E020-EE12-F696-A757-D4F28F405D82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59831576-719A-7B0A-C744-19CCD557D332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1609A13A-349D-4A54-7990-6A243F93D5BF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2DFD5AFD-8AC5-8A5A-C552-D3169DA67236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DA75A8F7-A1ED-825C-5887-1BAA21D07D53}"/>
              </a:ext>
            </a:extLst>
          </p:cNvPr>
          <p:cNvGrpSpPr/>
          <p:nvPr/>
        </p:nvGrpSpPr>
        <p:grpSpPr>
          <a:xfrm>
            <a:off x="6182222" y="1292506"/>
            <a:ext cx="1296670" cy="712788"/>
            <a:chOff x="5595183" y="3707941"/>
            <a:chExt cx="2145169" cy="1168065"/>
          </a:xfrm>
        </p:grpSpPr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C19F27F-41FF-2210-BC71-DE2A177E17F2}"/>
                </a:ext>
              </a:extLst>
            </p:cNvPr>
            <p:cNvCxnSpPr>
              <a:cxnSpLocks/>
              <a:stCxn id="287" idx="7"/>
              <a:endCxn id="284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7929E766-D9FC-0F36-340F-358DE91E6554}"/>
                </a:ext>
              </a:extLst>
            </p:cNvPr>
            <p:cNvCxnSpPr>
              <a:cxnSpLocks/>
              <a:stCxn id="283" idx="6"/>
              <a:endCxn id="286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4DAAC943-5E22-A863-CC4E-F4B8AC6AAB5D}"/>
                </a:ext>
              </a:extLst>
            </p:cNvPr>
            <p:cNvCxnSpPr>
              <a:cxnSpLocks/>
              <a:stCxn id="284" idx="6"/>
              <a:endCxn id="285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721F31D1-3B1C-2F75-12FA-2E5381292362}"/>
                </a:ext>
              </a:extLst>
            </p:cNvPr>
            <p:cNvCxnSpPr>
              <a:cxnSpLocks/>
              <a:stCxn id="287" idx="4"/>
              <a:endCxn id="289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F430E5C-B717-F168-29D9-6C053A7D368D}"/>
                </a:ext>
              </a:extLst>
            </p:cNvPr>
            <p:cNvCxnSpPr>
              <a:cxnSpLocks/>
              <a:stCxn id="290" idx="1"/>
              <a:endCxn id="287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2B7D3FA8-34CD-F00D-D450-7CABF612F9B6}"/>
                </a:ext>
              </a:extLst>
            </p:cNvPr>
            <p:cNvCxnSpPr>
              <a:cxnSpLocks/>
              <a:stCxn id="283" idx="1"/>
              <a:endCxn id="290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A93557BB-167F-AB50-2F58-4ECF1585898B}"/>
                </a:ext>
              </a:extLst>
            </p:cNvPr>
            <p:cNvCxnSpPr>
              <a:cxnSpLocks/>
              <a:stCxn id="283" idx="3"/>
              <a:endCxn id="289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E30510DB-F22A-A92F-BD79-54F7C2D035DC}"/>
                </a:ext>
              </a:extLst>
            </p:cNvPr>
            <p:cNvCxnSpPr>
              <a:cxnSpLocks/>
              <a:stCxn id="290" idx="3"/>
              <a:endCxn id="289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F59DC0EA-3E1B-DAF3-C799-82FB92BE62C6}"/>
                </a:ext>
              </a:extLst>
            </p:cNvPr>
            <p:cNvCxnSpPr>
              <a:cxnSpLocks/>
              <a:stCxn id="286" idx="1"/>
              <a:endCxn id="290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A807C494-7B7F-2425-B83A-45AF5FD1FC75}"/>
                </a:ext>
              </a:extLst>
            </p:cNvPr>
            <p:cNvCxnSpPr>
              <a:cxnSpLocks/>
              <a:stCxn id="285" idx="5"/>
              <a:endCxn id="288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89883477-534E-9CB0-0CEB-F9D75B0E1F09}"/>
                </a:ext>
              </a:extLst>
            </p:cNvPr>
            <p:cNvCxnSpPr>
              <a:cxnSpLocks/>
              <a:stCxn id="288" idx="2"/>
              <a:endCxn id="289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CDA7A204-1A9A-2A30-EEBE-1BF265688677}"/>
                </a:ext>
              </a:extLst>
            </p:cNvPr>
            <p:cNvCxnSpPr>
              <a:cxnSpLocks/>
              <a:stCxn id="285" idx="4"/>
              <a:endCxn id="286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8E44A20A-E45B-9304-CBF7-85B5B89F60F2}"/>
                </a:ext>
              </a:extLst>
            </p:cNvPr>
            <p:cNvCxnSpPr>
              <a:cxnSpLocks/>
              <a:stCxn id="290" idx="7"/>
              <a:endCxn id="284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CCCA8260-898A-7972-1C3B-E1EB568C7EB6}"/>
                </a:ext>
              </a:extLst>
            </p:cNvPr>
            <p:cNvCxnSpPr>
              <a:cxnSpLocks/>
              <a:stCxn id="286" idx="5"/>
              <a:endCxn id="288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B1395081-E3FF-CEA0-A700-2FD56A5E543B}"/>
                </a:ext>
              </a:extLst>
            </p:cNvPr>
            <p:cNvCxnSpPr>
              <a:cxnSpLocks/>
              <a:stCxn id="283" idx="5"/>
              <a:endCxn id="288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AEE96C03-4576-A5A1-9D60-28263B6C9790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A4D38B90-DB35-27A0-CA30-29FBB9129156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5A1EA59-B60B-31F4-02B9-62EDC0F67EEE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EAA45B1-2F32-6924-5C25-E2EA20956E98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4480ECEC-12DF-452F-73F7-A5D06A600C72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B64956D9-B038-B89D-42FA-FBFCB7A29FD7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F53A0967-6090-811C-6631-AAF014854FE6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61B973F7-3465-C146-0FC5-801353CFF2F5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0665ECB2-7916-10F6-F8EA-5251E44B1889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AFA3353-457C-843F-A913-2717F355DD4E}"/>
                </a:ext>
              </a:extLst>
            </p:cNvPr>
            <p:cNvCxnSpPr>
              <a:cxnSpLocks/>
              <a:stCxn id="284" idx="5"/>
              <a:endCxn id="286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5F2BAA75-BA08-79E1-128B-6C4CA6E74504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671D9CCE-3CD6-F2FE-54A3-B2DBE566E358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2AC3DB6C-725D-E7B6-7946-3B6247349AF1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CCA49DFC-2E2E-8708-2D94-352E0C9C31A8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A530330F-9342-65BD-A623-BAFA0D4165CD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9E144E2B-5D5A-2F06-8D16-9BB89E35CD72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B1ABB7C3-92B9-DF01-D81D-872C65CFE66D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E4F39620-1DD7-6D02-A2C0-FBECF7F44D8A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6D0E8A8-FD35-48B2-19B4-A2AF3B8F28CC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6A13DFCE-07B9-84B3-860F-8071F1941AD7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6DA86B95-84F2-E771-00F3-BF52DD33E9FB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DAF0A01D-49A6-981C-BBEB-E37D1C5572FE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9075A8E5-B012-80C5-8C73-4D5D1EFA1A45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11968DE-4FED-9B83-73F5-672F9252192D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DC6ADC51-42CC-C1CB-3364-EB3000CB6DD8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AE2A37F-B703-CC26-2D0B-C7E55C6702F2}"/>
              </a:ext>
            </a:extLst>
          </p:cNvPr>
          <p:cNvGrpSpPr/>
          <p:nvPr/>
        </p:nvGrpSpPr>
        <p:grpSpPr>
          <a:xfrm>
            <a:off x="6182222" y="2199155"/>
            <a:ext cx="1296670" cy="712788"/>
            <a:chOff x="5595183" y="3707941"/>
            <a:chExt cx="2145169" cy="1168065"/>
          </a:xfrm>
        </p:grpSpPr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18D0E362-9926-A9AF-4393-F05EF9B07F4F}"/>
                </a:ext>
              </a:extLst>
            </p:cNvPr>
            <p:cNvCxnSpPr>
              <a:cxnSpLocks/>
              <a:stCxn id="328" idx="7"/>
              <a:endCxn id="325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6BE76D63-AAF9-0FCA-3435-362C7FC4B156}"/>
                </a:ext>
              </a:extLst>
            </p:cNvPr>
            <p:cNvCxnSpPr>
              <a:cxnSpLocks/>
              <a:stCxn id="324" idx="6"/>
              <a:endCxn id="327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BF2ABFE-7ABD-FE5A-AA63-3CB43FD8842D}"/>
                </a:ext>
              </a:extLst>
            </p:cNvPr>
            <p:cNvCxnSpPr>
              <a:cxnSpLocks/>
              <a:stCxn id="325" idx="6"/>
              <a:endCxn id="326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CECE532D-6D4C-4740-D594-5E49DA5458A4}"/>
                </a:ext>
              </a:extLst>
            </p:cNvPr>
            <p:cNvCxnSpPr>
              <a:cxnSpLocks/>
              <a:stCxn id="328" idx="4"/>
              <a:endCxn id="330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57D33DAF-0C91-6335-B11F-FA71DE2595D8}"/>
                </a:ext>
              </a:extLst>
            </p:cNvPr>
            <p:cNvCxnSpPr>
              <a:cxnSpLocks/>
              <a:stCxn id="331" idx="1"/>
              <a:endCxn id="328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42A64598-D58E-B5CA-CFD9-EAF3B75F9DCA}"/>
                </a:ext>
              </a:extLst>
            </p:cNvPr>
            <p:cNvCxnSpPr>
              <a:cxnSpLocks/>
              <a:stCxn id="324" idx="1"/>
              <a:endCxn id="331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2C8B5A0C-8165-AA42-5E29-839EADBE4C3C}"/>
                </a:ext>
              </a:extLst>
            </p:cNvPr>
            <p:cNvCxnSpPr>
              <a:cxnSpLocks/>
              <a:stCxn id="324" idx="3"/>
              <a:endCxn id="330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C2601262-77C3-84C4-C5B4-9150A7117EAE}"/>
                </a:ext>
              </a:extLst>
            </p:cNvPr>
            <p:cNvCxnSpPr>
              <a:cxnSpLocks/>
              <a:stCxn id="331" idx="3"/>
              <a:endCxn id="330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4881435D-374D-0085-052E-66D563161B07}"/>
                </a:ext>
              </a:extLst>
            </p:cNvPr>
            <p:cNvCxnSpPr>
              <a:cxnSpLocks/>
              <a:stCxn id="327" idx="1"/>
              <a:endCxn id="331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D60DCBC9-4FD2-E351-76A0-845F40465148}"/>
                </a:ext>
              </a:extLst>
            </p:cNvPr>
            <p:cNvCxnSpPr>
              <a:cxnSpLocks/>
              <a:stCxn id="326" idx="5"/>
              <a:endCxn id="329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E4DDAF6-9BE4-65B7-E37A-AB60FD0284AA}"/>
                </a:ext>
              </a:extLst>
            </p:cNvPr>
            <p:cNvCxnSpPr>
              <a:cxnSpLocks/>
              <a:stCxn id="329" idx="2"/>
              <a:endCxn id="330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4A304329-4E88-6278-9ED4-ED064BFAE453}"/>
                </a:ext>
              </a:extLst>
            </p:cNvPr>
            <p:cNvCxnSpPr>
              <a:cxnSpLocks/>
              <a:stCxn id="326" idx="4"/>
              <a:endCxn id="327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216B58D5-44EE-D340-B8F2-EA67BD696667}"/>
                </a:ext>
              </a:extLst>
            </p:cNvPr>
            <p:cNvCxnSpPr>
              <a:cxnSpLocks/>
              <a:stCxn id="331" idx="7"/>
              <a:endCxn id="325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C044C2E1-D348-D368-73B7-56F8F9B918A0}"/>
                </a:ext>
              </a:extLst>
            </p:cNvPr>
            <p:cNvCxnSpPr>
              <a:cxnSpLocks/>
              <a:stCxn id="327" idx="5"/>
              <a:endCxn id="329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AC06AC56-CBEF-E224-E08D-22266D2E40BE}"/>
                </a:ext>
              </a:extLst>
            </p:cNvPr>
            <p:cNvCxnSpPr>
              <a:cxnSpLocks/>
              <a:stCxn id="324" idx="5"/>
              <a:endCxn id="329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1F9B855F-FF09-9664-87DE-10166570EE3B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23DF2713-D5CB-DC30-3C58-AE4C0A175CE4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B78CF866-49CB-542F-8425-2341688CB8EC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2DC6A2C6-DFE4-FF81-AAC7-CBD4FE4D6FBE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1D4F8B55-18BC-4DFF-9102-530072853911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50ED7E12-CA16-D932-CD24-00E76EC90DFE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3478B552-1A34-2DF3-2E74-5E2D820283C9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E60C57D3-E4CA-3300-6ADD-F4F5B134F889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77F00EE5-C6BE-DB0F-0B3D-94CB9011D3CF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3E59309-F65D-3479-73FA-82128620D892}"/>
                </a:ext>
              </a:extLst>
            </p:cNvPr>
            <p:cNvCxnSpPr>
              <a:cxnSpLocks/>
              <a:stCxn id="325" idx="5"/>
              <a:endCxn id="327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DB747551-C1CB-4011-C249-2B480066487C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5ED486AB-79BC-267A-B179-7738B23D4707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54B63263-B15F-B0EE-6797-66869BD8D82D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29F82D05-426F-5190-5774-A490D71EB4D6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9EED31BC-7D79-3424-4BA0-0B3BC1BFB082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D0AD92D3-1665-29DE-973C-3516D99C372A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69CC65F8-8E63-CB73-E02C-E42B6BD80293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F004A623-BF61-8239-0CC3-993FC1C7B841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F573216D-7C55-7339-6C8F-75F63CFE062A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A45C470-59A5-27DF-8569-081391DEBBEB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938B8B05-67D6-B190-3D3C-0144139CB080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A9C21388-A4AD-6274-476B-87CB96B1B6ED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FF991E7A-3BA2-5F49-0933-F4C344B0EB06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5AC6DA0-D016-92A4-DD6D-29964B2BFCA8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5A2F2638-AF1B-EE1F-A047-C782FE1A65BE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129AC0B3-0C24-0451-48F1-5E3D98BC828C}"/>
              </a:ext>
            </a:extLst>
          </p:cNvPr>
          <p:cNvGrpSpPr/>
          <p:nvPr/>
        </p:nvGrpSpPr>
        <p:grpSpPr>
          <a:xfrm>
            <a:off x="6182222" y="3105804"/>
            <a:ext cx="1296670" cy="712788"/>
            <a:chOff x="5595183" y="3707941"/>
            <a:chExt cx="2145169" cy="1168065"/>
          </a:xfrm>
        </p:grpSpPr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3718E919-1C6F-8852-0BC3-0E4662C47C5D}"/>
                </a:ext>
              </a:extLst>
            </p:cNvPr>
            <p:cNvCxnSpPr>
              <a:cxnSpLocks/>
              <a:stCxn id="369" idx="7"/>
              <a:endCxn id="366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EE631956-CBD5-57E5-D28D-4901468EF223}"/>
                </a:ext>
              </a:extLst>
            </p:cNvPr>
            <p:cNvCxnSpPr>
              <a:cxnSpLocks/>
              <a:stCxn id="365" idx="6"/>
              <a:endCxn id="368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8ED286C1-EBE4-4215-3F99-B4CE242D5DA0}"/>
                </a:ext>
              </a:extLst>
            </p:cNvPr>
            <p:cNvCxnSpPr>
              <a:cxnSpLocks/>
              <a:stCxn id="366" idx="6"/>
              <a:endCxn id="367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A5CA9445-3C6A-8C19-8EC5-47467A8304E8}"/>
                </a:ext>
              </a:extLst>
            </p:cNvPr>
            <p:cNvCxnSpPr>
              <a:cxnSpLocks/>
              <a:stCxn id="369" idx="4"/>
              <a:endCxn id="371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7384FA5F-186A-3B9E-29C6-24B830753513}"/>
                </a:ext>
              </a:extLst>
            </p:cNvPr>
            <p:cNvCxnSpPr>
              <a:cxnSpLocks/>
              <a:stCxn id="372" idx="1"/>
              <a:endCxn id="369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4C1C04E2-8C4F-E64F-626C-769007054F03}"/>
                </a:ext>
              </a:extLst>
            </p:cNvPr>
            <p:cNvCxnSpPr>
              <a:cxnSpLocks/>
              <a:stCxn id="365" idx="1"/>
              <a:endCxn id="372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A94FA089-37DE-CCA3-5DE9-0B02C06EFFC0}"/>
                </a:ext>
              </a:extLst>
            </p:cNvPr>
            <p:cNvCxnSpPr>
              <a:cxnSpLocks/>
              <a:stCxn id="365" idx="3"/>
              <a:endCxn id="371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38AA20FA-B1FF-2CBB-146C-0EA58B0A4774}"/>
                </a:ext>
              </a:extLst>
            </p:cNvPr>
            <p:cNvCxnSpPr>
              <a:cxnSpLocks/>
              <a:stCxn id="372" idx="3"/>
              <a:endCxn id="371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35BDD669-56D5-15FA-E51E-509FEAA02037}"/>
                </a:ext>
              </a:extLst>
            </p:cNvPr>
            <p:cNvCxnSpPr>
              <a:cxnSpLocks/>
              <a:stCxn id="368" idx="1"/>
              <a:endCxn id="372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7E1FA9AC-D66E-4BBC-B30C-C4C3E8B61FEF}"/>
                </a:ext>
              </a:extLst>
            </p:cNvPr>
            <p:cNvCxnSpPr>
              <a:cxnSpLocks/>
              <a:stCxn id="367" idx="5"/>
              <a:endCxn id="370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E40578CA-33ED-45A1-2B2A-B5EA2EE8A491}"/>
                </a:ext>
              </a:extLst>
            </p:cNvPr>
            <p:cNvCxnSpPr>
              <a:cxnSpLocks/>
              <a:stCxn id="370" idx="2"/>
              <a:endCxn id="371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C2238155-F805-9D46-C0D1-C139BC7A9AF7}"/>
                </a:ext>
              </a:extLst>
            </p:cNvPr>
            <p:cNvCxnSpPr>
              <a:cxnSpLocks/>
              <a:stCxn id="367" idx="4"/>
              <a:endCxn id="368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98407FD8-B03C-545E-8B36-AB140BE17924}"/>
                </a:ext>
              </a:extLst>
            </p:cNvPr>
            <p:cNvCxnSpPr>
              <a:cxnSpLocks/>
              <a:stCxn id="372" idx="7"/>
              <a:endCxn id="366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8C63DFB3-0029-C0C0-9685-8C7C81C7FD14}"/>
                </a:ext>
              </a:extLst>
            </p:cNvPr>
            <p:cNvCxnSpPr>
              <a:cxnSpLocks/>
              <a:stCxn id="368" idx="5"/>
              <a:endCxn id="370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634ED4A5-DC83-C286-DC72-01ED9835E8C3}"/>
                </a:ext>
              </a:extLst>
            </p:cNvPr>
            <p:cNvCxnSpPr>
              <a:cxnSpLocks/>
              <a:stCxn id="365" idx="5"/>
              <a:endCxn id="370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31D00861-D419-CC28-4F3F-7D574CF14180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9CE982A4-503D-825E-E2A1-3A84BCA338F7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D308BEF8-826D-5D77-FB5E-76D155BC5698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84EE1971-9646-2105-09B7-CC92BB7FCB50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54424DA-6398-687C-4BD3-5E300FA28E44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A012693A-A237-E4BF-36CA-FFE6A3738968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45F774AF-74D8-A106-8B0B-488DC1597F94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4CD26241-79C3-C872-9687-D532873620D1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B6CD38C-52B7-44F8-819F-2540CF72533E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94EEA3AE-9081-95F7-2D93-3180D8E005D6}"/>
                </a:ext>
              </a:extLst>
            </p:cNvPr>
            <p:cNvCxnSpPr>
              <a:cxnSpLocks/>
              <a:stCxn id="366" idx="5"/>
              <a:endCxn id="368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FF8E202F-3E1D-D5DC-4513-0BA0622CF074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158561EB-F3F8-898E-09C3-2ABF596C97EC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0F6FC17D-9B55-9494-F3A7-E9F414C4A9BE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B191242D-5DEC-2E6C-05CA-A193DE5D8A40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2654543-CD34-F6F6-91B9-6AE71B7412D7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DF1D13FD-FB13-146D-0C31-E58B727AD9EC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B6C2CCBA-FC7D-F31A-FBE2-3B18C6BF25F4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27E4D170-45AE-24B4-6CC8-F30DF8503EB7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889657C1-AF9D-59B0-DA05-B6C43B04AB54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EA9C423C-A6E2-31FB-31A6-66EB8343501D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8A87687E-9D59-6B9C-51A8-3C25EB78E8DB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D85919C0-1660-B463-8915-A7AE5B297C2A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CC6A15AA-6021-00DD-FD97-B266047933C0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EFE7771E-CBBF-D558-C713-D0337402E48B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7610DDE2-9F6E-2AA6-02A7-861AA250FB47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408A852B-97D6-6715-33DE-92AFF52297E8}"/>
              </a:ext>
            </a:extLst>
          </p:cNvPr>
          <p:cNvGrpSpPr/>
          <p:nvPr/>
        </p:nvGrpSpPr>
        <p:grpSpPr>
          <a:xfrm>
            <a:off x="6182222" y="4012453"/>
            <a:ext cx="1296670" cy="712788"/>
            <a:chOff x="5595183" y="3707941"/>
            <a:chExt cx="2145169" cy="1168065"/>
          </a:xfrm>
        </p:grpSpPr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DF91C78D-67CA-009B-9304-D1486A21E99D}"/>
                </a:ext>
              </a:extLst>
            </p:cNvPr>
            <p:cNvCxnSpPr>
              <a:cxnSpLocks/>
              <a:stCxn id="410" idx="7"/>
              <a:endCxn id="407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A4ABB814-B31F-2090-E9D4-FFCD4F524550}"/>
                </a:ext>
              </a:extLst>
            </p:cNvPr>
            <p:cNvCxnSpPr>
              <a:cxnSpLocks/>
              <a:stCxn id="406" idx="6"/>
              <a:endCxn id="409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3A716FB-76E0-CB14-70DD-6A117767ACF9}"/>
                </a:ext>
              </a:extLst>
            </p:cNvPr>
            <p:cNvCxnSpPr>
              <a:cxnSpLocks/>
              <a:stCxn id="407" idx="6"/>
              <a:endCxn id="408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1C98D94B-4246-D63D-31BE-00F88E5A9BDF}"/>
                </a:ext>
              </a:extLst>
            </p:cNvPr>
            <p:cNvCxnSpPr>
              <a:cxnSpLocks/>
              <a:stCxn id="410" idx="4"/>
              <a:endCxn id="412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F685D31E-852E-42D0-54F1-F42C3A503CCB}"/>
                </a:ext>
              </a:extLst>
            </p:cNvPr>
            <p:cNvCxnSpPr>
              <a:cxnSpLocks/>
              <a:stCxn id="413" idx="1"/>
              <a:endCxn id="410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A7B44095-050D-C0AE-BCD7-8D118ACE6214}"/>
                </a:ext>
              </a:extLst>
            </p:cNvPr>
            <p:cNvCxnSpPr>
              <a:cxnSpLocks/>
              <a:stCxn id="406" idx="1"/>
              <a:endCxn id="413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D7C3576D-9BEF-BC9D-B294-7C18A3E2ABA2}"/>
                </a:ext>
              </a:extLst>
            </p:cNvPr>
            <p:cNvCxnSpPr>
              <a:cxnSpLocks/>
              <a:stCxn id="406" idx="3"/>
              <a:endCxn id="412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16A1E7E8-01E4-8F27-94C0-B83A5F2CA11C}"/>
                </a:ext>
              </a:extLst>
            </p:cNvPr>
            <p:cNvCxnSpPr>
              <a:cxnSpLocks/>
              <a:stCxn id="413" idx="3"/>
              <a:endCxn id="412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3733AEA7-C9AC-135B-B7A9-C4DD762A9856}"/>
                </a:ext>
              </a:extLst>
            </p:cNvPr>
            <p:cNvCxnSpPr>
              <a:cxnSpLocks/>
              <a:stCxn id="409" idx="1"/>
              <a:endCxn id="413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C1B52D12-F3B7-6A72-7E8E-B9C28F6026F1}"/>
                </a:ext>
              </a:extLst>
            </p:cNvPr>
            <p:cNvCxnSpPr>
              <a:cxnSpLocks/>
              <a:stCxn id="408" idx="5"/>
              <a:endCxn id="411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5B6F9B75-D89D-F5A2-3CC3-461BC5B7BEB0}"/>
                </a:ext>
              </a:extLst>
            </p:cNvPr>
            <p:cNvCxnSpPr>
              <a:cxnSpLocks/>
              <a:stCxn id="411" idx="2"/>
              <a:endCxn id="412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616FD7CF-2696-04D8-A2BA-6F29A115C2F2}"/>
                </a:ext>
              </a:extLst>
            </p:cNvPr>
            <p:cNvCxnSpPr>
              <a:cxnSpLocks/>
              <a:stCxn id="408" idx="4"/>
              <a:endCxn id="409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9AA632B-95C0-1B1A-121C-7D92A1FB35B6}"/>
                </a:ext>
              </a:extLst>
            </p:cNvPr>
            <p:cNvCxnSpPr>
              <a:cxnSpLocks/>
              <a:stCxn id="413" idx="7"/>
              <a:endCxn id="407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6E355AE6-E299-AE7C-9399-116F418BD46C}"/>
                </a:ext>
              </a:extLst>
            </p:cNvPr>
            <p:cNvCxnSpPr>
              <a:cxnSpLocks/>
              <a:stCxn id="409" idx="5"/>
              <a:endCxn id="411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C59AB1A3-9C4C-1C50-31BD-D372EDDC0F34}"/>
                </a:ext>
              </a:extLst>
            </p:cNvPr>
            <p:cNvCxnSpPr>
              <a:cxnSpLocks/>
              <a:stCxn id="406" idx="5"/>
              <a:endCxn id="411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910D3D4D-A510-41DC-B8C9-C98949670708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E63CB763-1995-83AA-70AA-7672AE900715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76DC0DCE-6428-EDE4-6DB9-EF8FC853885D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9B3BCB40-C893-877A-CE72-CDA4A6A4D7D2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70A1DB92-1F4C-D357-19D7-8B3063B0C101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0CBC75DC-2D4A-CB5C-D10F-0EDD64111346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EAE8811D-179C-AA37-4D78-E0274C6B90C2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004EB143-F9D7-94E5-666B-7A70FAC53C81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500DC6A4-F99F-CF8F-9BAA-397BA2AEDC94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D82CC426-2C7B-FD64-3D89-55959456BB71}"/>
                </a:ext>
              </a:extLst>
            </p:cNvPr>
            <p:cNvCxnSpPr>
              <a:cxnSpLocks/>
              <a:stCxn id="407" idx="5"/>
              <a:endCxn id="409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FA64B293-2316-D713-DF4E-0184E8A3289F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189643F8-9262-EA86-C53E-0B5560812D5A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9E539611-F53E-15AF-272D-6C9BF398FFEE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2D27DF2B-CED7-DF2C-4955-8BCD07785BCA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D8EFE08D-046D-E7B5-D926-A02B6F428497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909A4EE4-E711-1F5F-2404-A0227AFBA21F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F2A21B92-BB71-13EB-F624-9BEE247F69E8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8A7ECB4E-0B68-46F0-06A6-01ACD9E12CE8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6D5821C6-7F96-B73D-236B-F6A1E73D20D6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A0274C19-A747-2B26-7F61-2DB500DA4FC4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D744BEC8-3682-7B45-D5B6-1806661E35F6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C73069D3-7D02-74E6-E826-F21F450E5A94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2E9F3376-EBF2-E3FB-8C8C-38A819F2A444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95498AE9-6E07-DF53-FD82-BA5FE84E08D5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E994E519-92C7-4B0E-5EAF-705EE157F16F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289225CC-2A4E-FDC8-13CD-CE26120F7C65}"/>
              </a:ext>
            </a:extLst>
          </p:cNvPr>
          <p:cNvGrpSpPr/>
          <p:nvPr/>
        </p:nvGrpSpPr>
        <p:grpSpPr>
          <a:xfrm>
            <a:off x="7710803" y="2515760"/>
            <a:ext cx="1296670" cy="712788"/>
            <a:chOff x="5595183" y="3707941"/>
            <a:chExt cx="2145169" cy="1168065"/>
          </a:xfrm>
        </p:grpSpPr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A9E63E48-9EE1-98AD-9D0C-03EA5FD28836}"/>
                </a:ext>
              </a:extLst>
            </p:cNvPr>
            <p:cNvCxnSpPr>
              <a:cxnSpLocks/>
              <a:stCxn id="451" idx="7"/>
              <a:endCxn id="448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DD6A044C-8305-79D6-A32F-DBF36C09FB8C}"/>
                </a:ext>
              </a:extLst>
            </p:cNvPr>
            <p:cNvCxnSpPr>
              <a:cxnSpLocks/>
              <a:stCxn id="447" idx="6"/>
              <a:endCxn id="450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DF4DE25F-E7F0-A3B6-101E-97F81AEEF403}"/>
                </a:ext>
              </a:extLst>
            </p:cNvPr>
            <p:cNvCxnSpPr>
              <a:cxnSpLocks/>
              <a:stCxn id="448" idx="6"/>
              <a:endCxn id="449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C0EAF492-2957-E500-655A-78D243F63C94}"/>
                </a:ext>
              </a:extLst>
            </p:cNvPr>
            <p:cNvCxnSpPr>
              <a:cxnSpLocks/>
              <a:stCxn id="451" idx="4"/>
              <a:endCxn id="453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4F322DCE-4436-891F-DE1D-E563B50714EA}"/>
                </a:ext>
              </a:extLst>
            </p:cNvPr>
            <p:cNvCxnSpPr>
              <a:cxnSpLocks/>
              <a:stCxn id="454" idx="1"/>
              <a:endCxn id="451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C30C4188-5746-F6B9-C811-2360191A1A08}"/>
                </a:ext>
              </a:extLst>
            </p:cNvPr>
            <p:cNvCxnSpPr>
              <a:cxnSpLocks/>
              <a:stCxn id="447" idx="1"/>
              <a:endCxn id="454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64D44ECA-C5B9-2194-BD0C-494C92ACCEF3}"/>
                </a:ext>
              </a:extLst>
            </p:cNvPr>
            <p:cNvCxnSpPr>
              <a:cxnSpLocks/>
              <a:stCxn id="447" idx="3"/>
              <a:endCxn id="453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1501A4B1-BF4F-4025-FD5A-6CB38F7BB1E0}"/>
                </a:ext>
              </a:extLst>
            </p:cNvPr>
            <p:cNvCxnSpPr>
              <a:cxnSpLocks/>
              <a:stCxn id="454" idx="3"/>
              <a:endCxn id="453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479A9534-D9A0-F1C9-6D36-E7FFC133DF24}"/>
                </a:ext>
              </a:extLst>
            </p:cNvPr>
            <p:cNvCxnSpPr>
              <a:cxnSpLocks/>
              <a:stCxn id="450" idx="1"/>
              <a:endCxn id="454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CF620A01-B8C6-9063-4A99-51E4031149FC}"/>
                </a:ext>
              </a:extLst>
            </p:cNvPr>
            <p:cNvCxnSpPr>
              <a:cxnSpLocks/>
              <a:stCxn id="449" idx="5"/>
              <a:endCxn id="452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4F7F5B12-7E64-CFCC-28B3-852C0A64F9E6}"/>
                </a:ext>
              </a:extLst>
            </p:cNvPr>
            <p:cNvCxnSpPr>
              <a:cxnSpLocks/>
              <a:stCxn id="452" idx="2"/>
              <a:endCxn id="453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13BF701A-EB29-9146-5D32-94EC3EF1D67D}"/>
                </a:ext>
              </a:extLst>
            </p:cNvPr>
            <p:cNvCxnSpPr>
              <a:cxnSpLocks/>
              <a:stCxn id="449" idx="4"/>
              <a:endCxn id="450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6B2ED89B-2DAA-67E3-AA93-428A6544F119}"/>
                </a:ext>
              </a:extLst>
            </p:cNvPr>
            <p:cNvCxnSpPr>
              <a:cxnSpLocks/>
              <a:stCxn id="454" idx="7"/>
              <a:endCxn id="448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01911778-7F59-2D56-218D-5BD494204CD9}"/>
                </a:ext>
              </a:extLst>
            </p:cNvPr>
            <p:cNvCxnSpPr>
              <a:cxnSpLocks/>
              <a:stCxn id="450" idx="5"/>
              <a:endCxn id="452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F071F1C1-99CA-E6FA-3DA9-D0A7E97359F4}"/>
                </a:ext>
              </a:extLst>
            </p:cNvPr>
            <p:cNvCxnSpPr>
              <a:cxnSpLocks/>
              <a:stCxn id="447" idx="5"/>
              <a:endCxn id="452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2FD2CB9B-FCA7-ADAA-70D2-B602A59D0C4F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11261E19-2BBE-8783-2DF9-49BA0F051788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A4A91316-D964-809F-F2BA-5164ABCFD37C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B2E3FBE3-5D47-DE27-1A31-3E0F11E39AE4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5D32461F-3E42-E6A4-B5BD-473994E7BCCA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FC09D171-6BE8-2FED-9F34-67727EBDE6B1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5CB632EC-B75B-77E5-DD22-796723040103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74846CD6-D73C-E2C4-8CB6-B281C4BA28AD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A763CBC4-5E3F-17E5-C26E-52F2A08B368D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0D4CFFFA-14BB-1621-4C89-9DA1C8F58085}"/>
                </a:ext>
              </a:extLst>
            </p:cNvPr>
            <p:cNvCxnSpPr>
              <a:cxnSpLocks/>
              <a:stCxn id="448" idx="5"/>
              <a:endCxn id="450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EC9D5222-D222-C5E9-11F7-7376B498877C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9105AD3A-D581-1F77-3C0B-C7DCF562D690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1C01B8E5-25DB-4476-318C-E984D7CDCD7D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17DAB1B4-49D9-B487-29CC-511D8BCBFA92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B0C86E31-EAFF-1217-00B1-7CF510436E57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FBF738F5-B7F1-5043-1FF0-D7F865A8CC23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46584F9D-EF76-8DC0-9247-927B206F495D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C5599527-D512-2D65-C536-C47B8057D3E3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EF615923-E424-D748-39AE-81C6F8215B99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CCF66B65-78B0-35E7-B013-0A88BE6BB3AB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5C792DBB-CC3E-25BC-5AE8-62A694347710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D98F8762-941B-EAD6-7A65-96E958D0BA88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2B6F125F-4D4E-CDC7-3E92-5362FCD5DC39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1FCE9965-5E60-DC76-3843-9E5629F743AE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11BC1A51-344D-CCE3-BD4B-D0A023C5F182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728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59" dur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72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8" dur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1" dur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4" dur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/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D9A853D-9212-4384-1B3D-89569074570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853184" cy="3563938"/>
              </a:xfrm>
            </p:spPr>
            <p:txBody>
              <a:bodyPr/>
              <a:lstStyle/>
              <a:p>
                <a:r>
                  <a:rPr lang="en-DE" b="1" dirty="0"/>
                  <a:t>Idee</a:t>
                </a:r>
                <a:r>
                  <a:rPr lang="en-DE" dirty="0"/>
                  <a:t>: Baue den MST in </a:t>
                </a:r>
                <a:r>
                  <a:rPr lang="en-DE" b="1" dirty="0"/>
                  <a:t>einer Zusammenhangskomponente </a:t>
                </a:r>
                <a:r>
                  <a:rPr lang="en-DE" dirty="0"/>
                  <a:t>sukkzesiv auf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Beginne mit Knoten 0 im MST und füge alle seine Kanten in die Liste der kreuzenden Kanten ein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Wähle die Kante in der Liste der kreuzenden Kanten, die minimales Gewicht hat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Füge den neuen verbundenen Knoten zum MST und füge alle seine Kanten zur Liste der kreuzenden Kanten hinzu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Wieherhole Schritt 2 &amp; 3 bis der MST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DE" sz="1200" dirty="0"/>
                  <a:t> Kanten hat oder keine Kanten mehr in der Liste der kreuzenden Kanten sind</a:t>
                </a:r>
              </a:p>
              <a:p>
                <a:endParaRPr lang="en-DE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DE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D9A853D-9212-4384-1B3D-895690745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853184" cy="3563938"/>
              </a:xfrm>
              <a:blipFill>
                <a:blip r:embed="rId2"/>
                <a:stretch>
                  <a:fillRect t="-355" r="-9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A3C1896-3533-9709-E6F2-1B7A7158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Prim’s</a:t>
            </a:r>
            <a:r>
              <a:rPr lang="de-DE" dirty="0"/>
              <a:t> Algorithmus (1957)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AAF85D-B3CF-0C27-DF56-67085C4D4C86}"/>
              </a:ext>
            </a:extLst>
          </p:cNvPr>
          <p:cNvCxnSpPr>
            <a:cxnSpLocks/>
            <a:stCxn id="41" idx="7"/>
            <a:endCxn id="38" idx="2"/>
          </p:cNvCxnSpPr>
          <p:nvPr/>
        </p:nvCxnSpPr>
        <p:spPr bwMode="gray">
          <a:xfrm flipV="1">
            <a:off x="4681268" y="1355769"/>
            <a:ext cx="344860" cy="42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A616E0-DD7B-87C7-EDE3-216BBCD0E3D2}"/>
              </a:ext>
            </a:extLst>
          </p:cNvPr>
          <p:cNvCxnSpPr>
            <a:cxnSpLocks/>
            <a:stCxn id="37" idx="6"/>
            <a:endCxn id="40" idx="2"/>
          </p:cNvCxnSpPr>
          <p:nvPr/>
        </p:nvCxnSpPr>
        <p:spPr bwMode="gray">
          <a:xfrm flipV="1">
            <a:off x="5181742" y="1680211"/>
            <a:ext cx="166621" cy="67341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9E1F1B-C15A-AD3C-7322-775F6E20AE90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 bwMode="gray">
          <a:xfrm>
            <a:off x="5156705" y="1355769"/>
            <a:ext cx="183648" cy="528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D823D3-7C31-C876-B188-30CC414A997B}"/>
              </a:ext>
            </a:extLst>
          </p:cNvPr>
          <p:cNvCxnSpPr>
            <a:cxnSpLocks/>
            <a:stCxn id="41" idx="4"/>
            <a:endCxn id="43" idx="0"/>
          </p:cNvCxnSpPr>
          <p:nvPr/>
        </p:nvCxnSpPr>
        <p:spPr bwMode="gray">
          <a:xfrm flipH="1">
            <a:off x="4625540" y="1510897"/>
            <a:ext cx="9561" cy="3599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F6AA41-634A-5007-00BE-A67318DB1B12}"/>
              </a:ext>
            </a:extLst>
          </p:cNvPr>
          <p:cNvCxnSpPr>
            <a:cxnSpLocks/>
            <a:stCxn id="44" idx="1"/>
            <a:endCxn id="41" idx="6"/>
          </p:cNvCxnSpPr>
          <p:nvPr/>
        </p:nvCxnSpPr>
        <p:spPr bwMode="gray">
          <a:xfrm flipH="1" flipV="1">
            <a:off x="4700390" y="1444985"/>
            <a:ext cx="187830" cy="71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9511EA-4C9B-7D8E-396D-26BF52254E6B}"/>
              </a:ext>
            </a:extLst>
          </p:cNvPr>
          <p:cNvCxnSpPr>
            <a:cxnSpLocks/>
            <a:stCxn id="37" idx="1"/>
            <a:endCxn id="44" idx="5"/>
          </p:cNvCxnSpPr>
          <p:nvPr/>
        </p:nvCxnSpPr>
        <p:spPr bwMode="gray">
          <a:xfrm flipH="1" flipV="1">
            <a:off x="4980553" y="1609558"/>
            <a:ext cx="89734" cy="9138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759262-027B-278B-756F-865594109540}"/>
              </a:ext>
            </a:extLst>
          </p:cNvPr>
          <p:cNvCxnSpPr>
            <a:cxnSpLocks/>
            <a:stCxn id="37" idx="3"/>
            <a:endCxn id="43" idx="6"/>
          </p:cNvCxnSpPr>
          <p:nvPr/>
        </p:nvCxnSpPr>
        <p:spPr bwMode="gray">
          <a:xfrm flipH="1">
            <a:off x="4690829" y="1794158"/>
            <a:ext cx="379458" cy="142575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A3BC8-B788-A06B-F9BF-BFA6709396B0}"/>
              </a:ext>
            </a:extLst>
          </p:cNvPr>
          <p:cNvCxnSpPr>
            <a:cxnSpLocks/>
            <a:stCxn id="44" idx="3"/>
            <a:endCxn id="43" idx="7"/>
          </p:cNvCxnSpPr>
          <p:nvPr/>
        </p:nvCxnSpPr>
        <p:spPr bwMode="gray">
          <a:xfrm flipH="1">
            <a:off x="4671706" y="1609558"/>
            <a:ext cx="216514" cy="2805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4B3338-BED0-A06D-D6DE-CA727E126D27}"/>
              </a:ext>
            </a:extLst>
          </p:cNvPr>
          <p:cNvCxnSpPr>
            <a:cxnSpLocks/>
            <a:stCxn id="40" idx="1"/>
            <a:endCxn id="44" idx="6"/>
          </p:cNvCxnSpPr>
          <p:nvPr/>
        </p:nvCxnSpPr>
        <p:spPr bwMode="gray">
          <a:xfrm flipH="1" flipV="1">
            <a:off x="4999676" y="1562951"/>
            <a:ext cx="367811" cy="706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2513D7-2B9D-30FF-0ECC-BA50A64645D7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 bwMode="gray">
          <a:xfrm>
            <a:off x="5451809" y="1455184"/>
            <a:ext cx="339823" cy="4125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21048E-9DE1-8F0F-9C9D-2A6A53A49613}"/>
              </a:ext>
            </a:extLst>
          </p:cNvPr>
          <p:cNvCxnSpPr>
            <a:cxnSpLocks/>
            <a:stCxn id="42" idx="2"/>
            <a:endCxn id="43" idx="6"/>
          </p:cNvCxnSpPr>
          <p:nvPr/>
        </p:nvCxnSpPr>
        <p:spPr bwMode="gray">
          <a:xfrm flipH="1">
            <a:off x="4690829" y="1933619"/>
            <a:ext cx="1035514" cy="31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EEBA9C-A5C0-E7A5-AB32-67358CC27C80}"/>
              </a:ext>
            </a:extLst>
          </p:cNvPr>
          <p:cNvCxnSpPr>
            <a:cxnSpLocks/>
            <a:stCxn id="39" idx="4"/>
            <a:endCxn id="40" idx="0"/>
          </p:cNvCxnSpPr>
          <p:nvPr/>
        </p:nvCxnSpPr>
        <p:spPr bwMode="gray">
          <a:xfrm>
            <a:off x="5405642" y="1474489"/>
            <a:ext cx="8010" cy="139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E3886B-63B0-04B3-C696-40F90344B815}"/>
              </a:ext>
            </a:extLst>
          </p:cNvPr>
          <p:cNvCxnSpPr>
            <a:cxnSpLocks/>
            <a:stCxn id="44" idx="7"/>
            <a:endCxn id="38" idx="3"/>
          </p:cNvCxnSpPr>
          <p:nvPr/>
        </p:nvCxnSpPr>
        <p:spPr bwMode="gray">
          <a:xfrm flipV="1">
            <a:off x="4980553" y="1402376"/>
            <a:ext cx="64697" cy="1139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9D0CC9D-8897-8466-9080-80AC2DE72062}"/>
              </a:ext>
            </a:extLst>
          </p:cNvPr>
          <p:cNvCxnSpPr>
            <a:cxnSpLocks/>
            <a:stCxn id="40" idx="5"/>
            <a:endCxn id="42" idx="1"/>
          </p:cNvCxnSpPr>
          <p:nvPr/>
        </p:nvCxnSpPr>
        <p:spPr bwMode="gray">
          <a:xfrm>
            <a:off x="5459819" y="1726817"/>
            <a:ext cx="285647" cy="160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9049CE-CA58-A2E3-8C55-99E082F2A490}"/>
              </a:ext>
            </a:extLst>
          </p:cNvPr>
          <p:cNvCxnSpPr>
            <a:cxnSpLocks/>
            <a:stCxn id="37" idx="5"/>
            <a:endCxn id="42" idx="2"/>
          </p:cNvCxnSpPr>
          <p:nvPr/>
        </p:nvCxnSpPr>
        <p:spPr bwMode="gray">
          <a:xfrm>
            <a:off x="5162619" y="1794158"/>
            <a:ext cx="563724" cy="139461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4064891-F675-95F6-9E23-77CB8154C659}"/>
              </a:ext>
            </a:extLst>
          </p:cNvPr>
          <p:cNvSpPr/>
          <p:nvPr/>
        </p:nvSpPr>
        <p:spPr bwMode="gray">
          <a:xfrm rot="16200000">
            <a:off x="4506411" y="165341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4BF297-B05E-B9E0-853E-3E550EB7693B}"/>
              </a:ext>
            </a:extLst>
          </p:cNvPr>
          <p:cNvSpPr/>
          <p:nvPr/>
        </p:nvSpPr>
        <p:spPr bwMode="gray">
          <a:xfrm rot="18496486">
            <a:off x="4668193" y="167408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B71FBC-3AE6-330A-E47F-097BB9207FE5}"/>
              </a:ext>
            </a:extLst>
          </p:cNvPr>
          <p:cNvSpPr/>
          <p:nvPr/>
        </p:nvSpPr>
        <p:spPr bwMode="gray">
          <a:xfrm rot="1069939">
            <a:off x="4721204" y="142876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EF4D9B-A3CE-F112-36FD-F0EF71C51046}"/>
              </a:ext>
            </a:extLst>
          </p:cNvPr>
          <p:cNvSpPr/>
          <p:nvPr/>
        </p:nvSpPr>
        <p:spPr bwMode="gray">
          <a:xfrm rot="3074429">
            <a:off x="4907276" y="165157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A391C7-CFBE-D8B2-9E40-C476553B3469}"/>
              </a:ext>
            </a:extLst>
          </p:cNvPr>
          <p:cNvSpPr/>
          <p:nvPr/>
        </p:nvSpPr>
        <p:spPr bwMode="gray">
          <a:xfrm rot="21114557">
            <a:off x="4744755" y="1308570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F52854-D123-9F39-BF01-7C17C9890F11}"/>
              </a:ext>
            </a:extLst>
          </p:cNvPr>
          <p:cNvSpPr/>
          <p:nvPr/>
        </p:nvSpPr>
        <p:spPr bwMode="gray">
          <a:xfrm rot="20404253">
            <a:off x="4814232" y="1794227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397F95-3752-0E77-D3EF-5FE52B162EAA}"/>
              </a:ext>
            </a:extLst>
          </p:cNvPr>
          <p:cNvSpPr/>
          <p:nvPr/>
        </p:nvSpPr>
        <p:spPr bwMode="gray">
          <a:xfrm rot="5400000">
            <a:off x="5350168" y="1511697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9561ED-C667-38F1-370A-713FF9624DF7}"/>
              </a:ext>
            </a:extLst>
          </p:cNvPr>
          <p:cNvSpPr/>
          <p:nvPr/>
        </p:nvSpPr>
        <p:spPr bwMode="gray">
          <a:xfrm rot="18155683">
            <a:off x="4954106" y="1453121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0D404B-675A-6269-9669-EEE48BB7FD15}"/>
              </a:ext>
            </a:extLst>
          </p:cNvPr>
          <p:cNvSpPr/>
          <p:nvPr/>
        </p:nvSpPr>
        <p:spPr bwMode="gray">
          <a:xfrm rot="20404253">
            <a:off x="5162896" y="1651853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D67200-D2FC-9FC5-7CED-4B4E5D22C225}"/>
              </a:ext>
            </a:extLst>
          </p:cNvPr>
          <p:cNvCxnSpPr>
            <a:cxnSpLocks/>
            <a:stCxn id="38" idx="5"/>
            <a:endCxn id="40" idx="1"/>
          </p:cNvCxnSpPr>
          <p:nvPr/>
        </p:nvCxnSpPr>
        <p:spPr bwMode="gray">
          <a:xfrm>
            <a:off x="5137583" y="1402376"/>
            <a:ext cx="229904" cy="2312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49E166A-91F3-4448-4C6D-C77A0941AF0B}"/>
              </a:ext>
            </a:extLst>
          </p:cNvPr>
          <p:cNvSpPr/>
          <p:nvPr/>
        </p:nvSpPr>
        <p:spPr bwMode="gray">
          <a:xfrm rot="2693899">
            <a:off x="5159024" y="1451504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635087-85A8-92C7-D1DC-9387B7D81EFB}"/>
              </a:ext>
            </a:extLst>
          </p:cNvPr>
          <p:cNvSpPr/>
          <p:nvPr/>
        </p:nvSpPr>
        <p:spPr bwMode="gray">
          <a:xfrm rot="836560">
            <a:off x="5153635" y="132230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48D902-2040-B9DF-69DF-FDB19F2B1344}"/>
              </a:ext>
            </a:extLst>
          </p:cNvPr>
          <p:cNvSpPr/>
          <p:nvPr/>
        </p:nvSpPr>
        <p:spPr bwMode="gray">
          <a:xfrm rot="463785">
            <a:off x="5052711" y="153541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164061-122D-09DB-0BC1-FFCA27315050}"/>
              </a:ext>
            </a:extLst>
          </p:cNvPr>
          <p:cNvSpPr/>
          <p:nvPr/>
        </p:nvSpPr>
        <p:spPr bwMode="gray">
          <a:xfrm rot="1513090">
            <a:off x="5510969" y="174381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8BEE3B-87D2-24E8-3101-64E7EDA52B69}"/>
              </a:ext>
            </a:extLst>
          </p:cNvPr>
          <p:cNvSpPr/>
          <p:nvPr/>
        </p:nvSpPr>
        <p:spPr bwMode="gray">
          <a:xfrm rot="3170706">
            <a:off x="5558310" y="1612314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D46FE9-E9C8-7086-A128-3E1767A2591A}"/>
              </a:ext>
            </a:extLst>
          </p:cNvPr>
          <p:cNvSpPr/>
          <p:nvPr/>
        </p:nvSpPr>
        <p:spPr bwMode="gray">
          <a:xfrm rot="670477">
            <a:off x="5311796" y="179594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3304E7-60BA-29BE-3E1F-C27E75B73C90}"/>
              </a:ext>
            </a:extLst>
          </p:cNvPr>
          <p:cNvSpPr/>
          <p:nvPr/>
        </p:nvSpPr>
        <p:spPr bwMode="gray">
          <a:xfrm>
            <a:off x="5063492" y="1878759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6A4308F-B081-8F39-BFEC-0CC8226D784B}"/>
              </a:ext>
            </a:extLst>
          </p:cNvPr>
          <p:cNvSpPr/>
          <p:nvPr/>
        </p:nvSpPr>
        <p:spPr bwMode="gray">
          <a:xfrm>
            <a:off x="5051164" y="1681639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AE4126C-720E-EA61-B36F-64DC91B4FCBC}"/>
              </a:ext>
            </a:extLst>
          </p:cNvPr>
          <p:cNvSpPr/>
          <p:nvPr/>
        </p:nvSpPr>
        <p:spPr bwMode="gray">
          <a:xfrm>
            <a:off x="5026127" y="1289857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72F14F3-2846-91BA-D277-5733787E889B}"/>
              </a:ext>
            </a:extLst>
          </p:cNvPr>
          <p:cNvSpPr/>
          <p:nvPr/>
        </p:nvSpPr>
        <p:spPr bwMode="gray">
          <a:xfrm>
            <a:off x="5340353" y="1342665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0B97A9E-1AB3-F7B4-5962-DBCE45924509}"/>
              </a:ext>
            </a:extLst>
          </p:cNvPr>
          <p:cNvSpPr/>
          <p:nvPr/>
        </p:nvSpPr>
        <p:spPr bwMode="gray">
          <a:xfrm>
            <a:off x="5348364" y="1614298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BB5AE0F-4059-4C7D-2E3C-2AB3ADC2ACD9}"/>
              </a:ext>
            </a:extLst>
          </p:cNvPr>
          <p:cNvSpPr/>
          <p:nvPr/>
        </p:nvSpPr>
        <p:spPr bwMode="gray">
          <a:xfrm>
            <a:off x="4569812" y="1379073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7CE54CD-62B4-EEAC-D19C-9204403380B0}"/>
              </a:ext>
            </a:extLst>
          </p:cNvPr>
          <p:cNvSpPr/>
          <p:nvPr/>
        </p:nvSpPr>
        <p:spPr bwMode="gray">
          <a:xfrm>
            <a:off x="5726343" y="1867707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D66DB54-AB8D-C5FD-4EDD-82E5BC013DFA}"/>
              </a:ext>
            </a:extLst>
          </p:cNvPr>
          <p:cNvSpPr/>
          <p:nvPr/>
        </p:nvSpPr>
        <p:spPr bwMode="gray">
          <a:xfrm>
            <a:off x="4560251" y="1870821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B39F4D-FE06-B58B-47B3-D92724C10D37}"/>
              </a:ext>
            </a:extLst>
          </p:cNvPr>
          <p:cNvSpPr/>
          <p:nvPr/>
        </p:nvSpPr>
        <p:spPr bwMode="gray">
          <a:xfrm>
            <a:off x="4869098" y="1497039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9487966-B926-9AB0-4A13-15FDF6D6AA64}"/>
              </a:ext>
            </a:extLst>
          </p:cNvPr>
          <p:cNvCxnSpPr>
            <a:cxnSpLocks/>
            <a:stCxn id="123" idx="7"/>
            <a:endCxn id="120" idx="2"/>
          </p:cNvCxnSpPr>
          <p:nvPr/>
        </p:nvCxnSpPr>
        <p:spPr bwMode="gray">
          <a:xfrm flipV="1">
            <a:off x="4681268" y="2280699"/>
            <a:ext cx="344860" cy="42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BB1B609-49E5-87BB-3A7B-FD97F4005184}"/>
              </a:ext>
            </a:extLst>
          </p:cNvPr>
          <p:cNvCxnSpPr>
            <a:cxnSpLocks/>
            <a:stCxn id="119" idx="6"/>
            <a:endCxn id="122" idx="2"/>
          </p:cNvCxnSpPr>
          <p:nvPr/>
        </p:nvCxnSpPr>
        <p:spPr bwMode="gray">
          <a:xfrm flipV="1">
            <a:off x="5181742" y="2605141"/>
            <a:ext cx="166621" cy="67341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A59C193-2B81-8767-83BD-93688D31B6C9}"/>
              </a:ext>
            </a:extLst>
          </p:cNvPr>
          <p:cNvCxnSpPr>
            <a:cxnSpLocks/>
            <a:stCxn id="120" idx="6"/>
            <a:endCxn id="121" idx="2"/>
          </p:cNvCxnSpPr>
          <p:nvPr/>
        </p:nvCxnSpPr>
        <p:spPr bwMode="gray">
          <a:xfrm>
            <a:off x="5156705" y="2280699"/>
            <a:ext cx="183648" cy="528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83384F6-FB27-F9D9-A5EC-7C7B051E5AB1}"/>
              </a:ext>
            </a:extLst>
          </p:cNvPr>
          <p:cNvCxnSpPr>
            <a:cxnSpLocks/>
            <a:stCxn id="123" idx="4"/>
            <a:endCxn id="125" idx="0"/>
          </p:cNvCxnSpPr>
          <p:nvPr/>
        </p:nvCxnSpPr>
        <p:spPr bwMode="gray">
          <a:xfrm flipH="1">
            <a:off x="4625540" y="2435827"/>
            <a:ext cx="9561" cy="3599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3C02F95-0E3E-866D-652D-8163085ABC70}"/>
              </a:ext>
            </a:extLst>
          </p:cNvPr>
          <p:cNvCxnSpPr>
            <a:cxnSpLocks/>
            <a:stCxn id="126" idx="1"/>
            <a:endCxn id="123" idx="6"/>
          </p:cNvCxnSpPr>
          <p:nvPr/>
        </p:nvCxnSpPr>
        <p:spPr bwMode="gray">
          <a:xfrm flipH="1" flipV="1">
            <a:off x="4700390" y="2369915"/>
            <a:ext cx="187830" cy="71360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3AB914A-0E34-9754-C9CB-8939D7C6971D}"/>
              </a:ext>
            </a:extLst>
          </p:cNvPr>
          <p:cNvCxnSpPr>
            <a:cxnSpLocks/>
            <a:stCxn id="119" idx="1"/>
            <a:endCxn id="126" idx="5"/>
          </p:cNvCxnSpPr>
          <p:nvPr/>
        </p:nvCxnSpPr>
        <p:spPr bwMode="gray">
          <a:xfrm flipH="1" flipV="1">
            <a:off x="4980553" y="2534488"/>
            <a:ext cx="89734" cy="913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F08977C-CD4C-999D-EC18-8350F5012E1D}"/>
              </a:ext>
            </a:extLst>
          </p:cNvPr>
          <p:cNvCxnSpPr>
            <a:cxnSpLocks/>
            <a:stCxn id="119" idx="3"/>
            <a:endCxn id="125" idx="6"/>
          </p:cNvCxnSpPr>
          <p:nvPr/>
        </p:nvCxnSpPr>
        <p:spPr bwMode="gray">
          <a:xfrm flipH="1">
            <a:off x="4690829" y="2719088"/>
            <a:ext cx="379458" cy="142575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1FA8771-3DF6-3170-DDF3-9F9111129489}"/>
              </a:ext>
            </a:extLst>
          </p:cNvPr>
          <p:cNvCxnSpPr>
            <a:cxnSpLocks/>
            <a:stCxn id="126" idx="3"/>
            <a:endCxn id="125" idx="7"/>
          </p:cNvCxnSpPr>
          <p:nvPr/>
        </p:nvCxnSpPr>
        <p:spPr bwMode="gray">
          <a:xfrm flipH="1">
            <a:off x="4671706" y="2534488"/>
            <a:ext cx="216514" cy="280568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C296375-6C43-319A-FB93-B5B83B3CCEB3}"/>
              </a:ext>
            </a:extLst>
          </p:cNvPr>
          <p:cNvCxnSpPr>
            <a:cxnSpLocks/>
            <a:stCxn id="122" idx="1"/>
            <a:endCxn id="126" idx="6"/>
          </p:cNvCxnSpPr>
          <p:nvPr/>
        </p:nvCxnSpPr>
        <p:spPr bwMode="gray">
          <a:xfrm flipH="1" flipV="1">
            <a:off x="4999676" y="2487881"/>
            <a:ext cx="367811" cy="70652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2482A7D-3094-33F9-0823-DF5D669C32B6}"/>
              </a:ext>
            </a:extLst>
          </p:cNvPr>
          <p:cNvCxnSpPr>
            <a:cxnSpLocks/>
            <a:stCxn id="121" idx="5"/>
            <a:endCxn id="124" idx="0"/>
          </p:cNvCxnSpPr>
          <p:nvPr/>
        </p:nvCxnSpPr>
        <p:spPr bwMode="gray">
          <a:xfrm>
            <a:off x="5451809" y="2380114"/>
            <a:ext cx="339823" cy="4125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3D07FB7-87AB-D73B-83C4-F0C3BF13E35B}"/>
              </a:ext>
            </a:extLst>
          </p:cNvPr>
          <p:cNvCxnSpPr>
            <a:cxnSpLocks/>
            <a:stCxn id="124" idx="2"/>
            <a:endCxn id="125" idx="6"/>
          </p:cNvCxnSpPr>
          <p:nvPr/>
        </p:nvCxnSpPr>
        <p:spPr bwMode="gray">
          <a:xfrm flipH="1">
            <a:off x="4690829" y="2858549"/>
            <a:ext cx="1035514" cy="31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C6D8E13-4EAC-6866-208F-2AC694633625}"/>
              </a:ext>
            </a:extLst>
          </p:cNvPr>
          <p:cNvCxnSpPr>
            <a:cxnSpLocks/>
            <a:stCxn id="121" idx="4"/>
            <a:endCxn id="122" idx="0"/>
          </p:cNvCxnSpPr>
          <p:nvPr/>
        </p:nvCxnSpPr>
        <p:spPr bwMode="gray">
          <a:xfrm>
            <a:off x="5405642" y="2399419"/>
            <a:ext cx="8010" cy="139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7239037-3992-B6B5-3E7D-82350D46D015}"/>
              </a:ext>
            </a:extLst>
          </p:cNvPr>
          <p:cNvCxnSpPr>
            <a:cxnSpLocks/>
            <a:stCxn id="126" idx="7"/>
            <a:endCxn id="120" idx="3"/>
          </p:cNvCxnSpPr>
          <p:nvPr/>
        </p:nvCxnSpPr>
        <p:spPr bwMode="gray">
          <a:xfrm flipV="1">
            <a:off x="4980553" y="2327306"/>
            <a:ext cx="64697" cy="11396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33C7C7-2DA9-6836-55FA-0CC00455AC14}"/>
              </a:ext>
            </a:extLst>
          </p:cNvPr>
          <p:cNvCxnSpPr>
            <a:cxnSpLocks/>
            <a:stCxn id="122" idx="5"/>
            <a:endCxn id="124" idx="1"/>
          </p:cNvCxnSpPr>
          <p:nvPr/>
        </p:nvCxnSpPr>
        <p:spPr bwMode="gray">
          <a:xfrm>
            <a:off x="5459819" y="2651747"/>
            <a:ext cx="285647" cy="160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59F2E06-C7A2-5F38-460F-1E5B9AD10F09}"/>
              </a:ext>
            </a:extLst>
          </p:cNvPr>
          <p:cNvCxnSpPr>
            <a:cxnSpLocks/>
            <a:stCxn id="119" idx="5"/>
            <a:endCxn id="124" idx="2"/>
          </p:cNvCxnSpPr>
          <p:nvPr/>
        </p:nvCxnSpPr>
        <p:spPr bwMode="gray">
          <a:xfrm>
            <a:off x="5162619" y="2719088"/>
            <a:ext cx="563724" cy="139461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1610E7C-2A82-2EAA-A856-9C487E976CEA}"/>
              </a:ext>
            </a:extLst>
          </p:cNvPr>
          <p:cNvSpPr/>
          <p:nvPr/>
        </p:nvSpPr>
        <p:spPr bwMode="gray">
          <a:xfrm rot="16200000">
            <a:off x="4506411" y="257834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A93CAE6-5A33-E329-9BD9-915379C8C4B9}"/>
              </a:ext>
            </a:extLst>
          </p:cNvPr>
          <p:cNvSpPr/>
          <p:nvPr/>
        </p:nvSpPr>
        <p:spPr bwMode="gray">
          <a:xfrm rot="18496486">
            <a:off x="4668193" y="259901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350A357-0C9D-4C95-CD53-0664AF715805}"/>
              </a:ext>
            </a:extLst>
          </p:cNvPr>
          <p:cNvSpPr/>
          <p:nvPr/>
        </p:nvSpPr>
        <p:spPr bwMode="gray">
          <a:xfrm rot="1069939">
            <a:off x="4721204" y="235369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1EF1CD6-DC79-5EFA-D52B-1EAA13CF56BD}"/>
              </a:ext>
            </a:extLst>
          </p:cNvPr>
          <p:cNvSpPr/>
          <p:nvPr/>
        </p:nvSpPr>
        <p:spPr bwMode="gray">
          <a:xfrm rot="3074429">
            <a:off x="4907276" y="257650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3AECFE4-51E5-03F9-D3D8-B5B172770D74}"/>
              </a:ext>
            </a:extLst>
          </p:cNvPr>
          <p:cNvSpPr/>
          <p:nvPr/>
        </p:nvSpPr>
        <p:spPr bwMode="gray">
          <a:xfrm rot="21114557">
            <a:off x="4744755" y="2233500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6B86820-D3DB-F3FF-63F8-67B963DE6484}"/>
              </a:ext>
            </a:extLst>
          </p:cNvPr>
          <p:cNvSpPr/>
          <p:nvPr/>
        </p:nvSpPr>
        <p:spPr bwMode="gray">
          <a:xfrm rot="20404253">
            <a:off x="4814232" y="2719157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92ED3CA-7414-A93D-3FB0-5941387C100B}"/>
              </a:ext>
            </a:extLst>
          </p:cNvPr>
          <p:cNvSpPr/>
          <p:nvPr/>
        </p:nvSpPr>
        <p:spPr bwMode="gray">
          <a:xfrm rot="5400000">
            <a:off x="5350168" y="2436627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5EAE8A3-B065-878F-D68B-C52E77862488}"/>
              </a:ext>
            </a:extLst>
          </p:cNvPr>
          <p:cNvSpPr/>
          <p:nvPr/>
        </p:nvSpPr>
        <p:spPr bwMode="gray">
          <a:xfrm rot="18155683">
            <a:off x="4954106" y="2378051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9905958-FB1F-62CE-B372-D12F52329D86}"/>
              </a:ext>
            </a:extLst>
          </p:cNvPr>
          <p:cNvSpPr/>
          <p:nvPr/>
        </p:nvSpPr>
        <p:spPr bwMode="gray">
          <a:xfrm rot="20404253">
            <a:off x="5162896" y="2576783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01FAFAD-14E6-7B7E-0834-821B6CC24D48}"/>
              </a:ext>
            </a:extLst>
          </p:cNvPr>
          <p:cNvCxnSpPr>
            <a:cxnSpLocks/>
            <a:stCxn id="120" idx="5"/>
            <a:endCxn id="122" idx="1"/>
          </p:cNvCxnSpPr>
          <p:nvPr/>
        </p:nvCxnSpPr>
        <p:spPr bwMode="gray">
          <a:xfrm>
            <a:off x="5137583" y="2327306"/>
            <a:ext cx="229904" cy="2312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C69490A-0849-0511-9D52-72559948D9F6}"/>
              </a:ext>
            </a:extLst>
          </p:cNvPr>
          <p:cNvSpPr/>
          <p:nvPr/>
        </p:nvSpPr>
        <p:spPr bwMode="gray">
          <a:xfrm rot="2693899">
            <a:off x="5159024" y="2376434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72D1FED-BB6A-3FF5-23F2-361AAC33A09A}"/>
              </a:ext>
            </a:extLst>
          </p:cNvPr>
          <p:cNvSpPr/>
          <p:nvPr/>
        </p:nvSpPr>
        <p:spPr bwMode="gray">
          <a:xfrm rot="836560">
            <a:off x="5153635" y="224723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7107755-2D2E-FC14-356B-2E167F04663A}"/>
              </a:ext>
            </a:extLst>
          </p:cNvPr>
          <p:cNvSpPr/>
          <p:nvPr/>
        </p:nvSpPr>
        <p:spPr bwMode="gray">
          <a:xfrm rot="463785">
            <a:off x="5052711" y="246034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99A7AEF-74B3-5EA8-B9FE-83C347C0661D}"/>
              </a:ext>
            </a:extLst>
          </p:cNvPr>
          <p:cNvSpPr/>
          <p:nvPr/>
        </p:nvSpPr>
        <p:spPr bwMode="gray">
          <a:xfrm rot="1513090">
            <a:off x="5510969" y="266874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B8829EE-B910-A20C-6755-AC22CAE6286A}"/>
              </a:ext>
            </a:extLst>
          </p:cNvPr>
          <p:cNvSpPr/>
          <p:nvPr/>
        </p:nvSpPr>
        <p:spPr bwMode="gray">
          <a:xfrm rot="3170706">
            <a:off x="5558310" y="2537244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ABF9DBB-74E3-BDF6-6ED7-848C0A815118}"/>
              </a:ext>
            </a:extLst>
          </p:cNvPr>
          <p:cNvSpPr/>
          <p:nvPr/>
        </p:nvSpPr>
        <p:spPr bwMode="gray">
          <a:xfrm rot="670477">
            <a:off x="5311796" y="272087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72F2BF4-7C8C-C5D8-3CFD-AABE55F76DC1}"/>
              </a:ext>
            </a:extLst>
          </p:cNvPr>
          <p:cNvSpPr/>
          <p:nvPr/>
        </p:nvSpPr>
        <p:spPr bwMode="gray">
          <a:xfrm>
            <a:off x="5063492" y="2803689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2C19109-D0CD-D93E-426F-568231185D7A}"/>
              </a:ext>
            </a:extLst>
          </p:cNvPr>
          <p:cNvSpPr/>
          <p:nvPr/>
        </p:nvSpPr>
        <p:spPr bwMode="gray">
          <a:xfrm>
            <a:off x="5051164" y="2606569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A3DD82DF-CA91-5CAD-A6EB-A22265304046}"/>
              </a:ext>
            </a:extLst>
          </p:cNvPr>
          <p:cNvSpPr/>
          <p:nvPr/>
        </p:nvSpPr>
        <p:spPr bwMode="gray">
          <a:xfrm>
            <a:off x="5026127" y="2214787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BDB94A1-1BA6-2060-46B1-78694D014C14}"/>
              </a:ext>
            </a:extLst>
          </p:cNvPr>
          <p:cNvSpPr/>
          <p:nvPr/>
        </p:nvSpPr>
        <p:spPr bwMode="gray">
          <a:xfrm>
            <a:off x="5340353" y="2267595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682A0BC-1FAF-B0CF-053F-AA81CFCAC867}"/>
              </a:ext>
            </a:extLst>
          </p:cNvPr>
          <p:cNvSpPr/>
          <p:nvPr/>
        </p:nvSpPr>
        <p:spPr bwMode="gray">
          <a:xfrm>
            <a:off x="5348364" y="2539228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8FF08D8E-391B-F66A-25F3-BC1DD08B0C86}"/>
              </a:ext>
            </a:extLst>
          </p:cNvPr>
          <p:cNvSpPr/>
          <p:nvPr/>
        </p:nvSpPr>
        <p:spPr bwMode="gray">
          <a:xfrm>
            <a:off x="4569812" y="2304003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34910C3-DFB2-F15F-0377-2DFE1256FB41}"/>
              </a:ext>
            </a:extLst>
          </p:cNvPr>
          <p:cNvSpPr/>
          <p:nvPr/>
        </p:nvSpPr>
        <p:spPr bwMode="gray">
          <a:xfrm>
            <a:off x="5726343" y="2792637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165DCE5-D665-8644-2012-0413D8EC9F72}"/>
              </a:ext>
            </a:extLst>
          </p:cNvPr>
          <p:cNvSpPr/>
          <p:nvPr/>
        </p:nvSpPr>
        <p:spPr bwMode="gray">
          <a:xfrm>
            <a:off x="4560251" y="2795751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A4F34DEC-3B3E-2AF9-E00F-9E2A2F6C4933}"/>
              </a:ext>
            </a:extLst>
          </p:cNvPr>
          <p:cNvSpPr/>
          <p:nvPr/>
        </p:nvSpPr>
        <p:spPr bwMode="gray">
          <a:xfrm>
            <a:off x="4869098" y="2421969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7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9B3038A-94C6-C685-C3EC-25F9DDFBAB63}"/>
              </a:ext>
            </a:extLst>
          </p:cNvPr>
          <p:cNvGrpSpPr/>
          <p:nvPr/>
        </p:nvGrpSpPr>
        <p:grpSpPr>
          <a:xfrm>
            <a:off x="4560251" y="3139717"/>
            <a:ext cx="1296670" cy="712788"/>
            <a:chOff x="5595183" y="3707941"/>
            <a:chExt cx="2145169" cy="1168065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4B12850-DA8B-605E-A489-EF5565E257E0}"/>
                </a:ext>
              </a:extLst>
            </p:cNvPr>
            <p:cNvCxnSpPr>
              <a:cxnSpLocks/>
              <a:stCxn id="164" idx="7"/>
              <a:endCxn id="161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6E2BAF6-A097-A3F5-6600-92B500CBB54E}"/>
                </a:ext>
              </a:extLst>
            </p:cNvPr>
            <p:cNvCxnSpPr>
              <a:cxnSpLocks/>
              <a:stCxn id="160" idx="6"/>
              <a:endCxn id="163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43CBE5A-1F39-279D-EBB0-3E1A68D48FC3}"/>
                </a:ext>
              </a:extLst>
            </p:cNvPr>
            <p:cNvCxnSpPr>
              <a:cxnSpLocks/>
              <a:stCxn id="161" idx="6"/>
              <a:endCxn id="162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231ABBD-26F4-8263-08A6-EA7B9F3D9149}"/>
                </a:ext>
              </a:extLst>
            </p:cNvPr>
            <p:cNvCxnSpPr>
              <a:cxnSpLocks/>
              <a:stCxn id="164" idx="4"/>
              <a:endCxn id="166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C006825-AE39-F19A-AE8F-0627CD708688}"/>
                </a:ext>
              </a:extLst>
            </p:cNvPr>
            <p:cNvCxnSpPr>
              <a:cxnSpLocks/>
              <a:stCxn id="167" idx="1"/>
              <a:endCxn id="164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11E7B58-BFEF-05B9-B3B4-EEA5E007A812}"/>
                </a:ext>
              </a:extLst>
            </p:cNvPr>
            <p:cNvCxnSpPr>
              <a:cxnSpLocks/>
              <a:stCxn id="160" idx="1"/>
              <a:endCxn id="167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84D5BDA-EA5C-A526-4005-404E1B542625}"/>
                </a:ext>
              </a:extLst>
            </p:cNvPr>
            <p:cNvCxnSpPr>
              <a:cxnSpLocks/>
              <a:stCxn id="160" idx="3"/>
              <a:endCxn id="166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A092D80-800C-1C25-2759-42F87AFD18F0}"/>
                </a:ext>
              </a:extLst>
            </p:cNvPr>
            <p:cNvCxnSpPr>
              <a:cxnSpLocks/>
              <a:stCxn id="167" idx="3"/>
              <a:endCxn id="166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F2862BB-79EB-8A3E-2754-A55AC8B3E690}"/>
                </a:ext>
              </a:extLst>
            </p:cNvPr>
            <p:cNvCxnSpPr>
              <a:cxnSpLocks/>
              <a:stCxn id="163" idx="1"/>
              <a:endCxn id="167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DBF1776-D1E5-8D60-D7F4-4FCD333C6CF6}"/>
                </a:ext>
              </a:extLst>
            </p:cNvPr>
            <p:cNvCxnSpPr>
              <a:cxnSpLocks/>
              <a:stCxn id="162" idx="5"/>
              <a:endCxn id="165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84FED16-406F-5142-ACFF-3CAE914D7A34}"/>
                </a:ext>
              </a:extLst>
            </p:cNvPr>
            <p:cNvCxnSpPr>
              <a:cxnSpLocks/>
              <a:stCxn id="165" idx="2"/>
              <a:endCxn id="166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72A2C69-37C3-E964-3BFB-04615E671A93}"/>
                </a:ext>
              </a:extLst>
            </p:cNvPr>
            <p:cNvCxnSpPr>
              <a:cxnSpLocks/>
              <a:stCxn id="162" idx="4"/>
              <a:endCxn id="163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66FFB97-3F04-93B2-C52A-C0D102469DB8}"/>
                </a:ext>
              </a:extLst>
            </p:cNvPr>
            <p:cNvCxnSpPr>
              <a:cxnSpLocks/>
              <a:stCxn id="167" idx="7"/>
              <a:endCxn id="161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4DB901A-718B-A0EA-1F0E-38B6A187FE9D}"/>
                </a:ext>
              </a:extLst>
            </p:cNvPr>
            <p:cNvCxnSpPr>
              <a:cxnSpLocks/>
              <a:stCxn id="163" idx="5"/>
              <a:endCxn id="165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9788330-6228-7A72-40DD-826CC5691DDB}"/>
                </a:ext>
              </a:extLst>
            </p:cNvPr>
            <p:cNvCxnSpPr>
              <a:cxnSpLocks/>
              <a:stCxn id="160" idx="5"/>
              <a:endCxn id="165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EA4AFC0-4741-6009-D911-DE1BB59AA754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A8CFF7C-AD96-A9F9-0ED9-8D34D888C329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5391C97-371E-811D-59BE-9FBCC65BB8A4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C72AC81-D5CB-5A45-1A87-85C852522AB8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BB892CA-BCA2-475B-0C48-EB2DC71F45B3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46C5834-9069-7F24-686F-2AEB22F57F77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B775D3A-12FA-2697-BCA7-7CA7374549A3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A6C5A82-43D5-4DC4-69A8-2CD283A5F80C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8374AEDE-6DCC-5C42-EF0D-9CF7AF99150D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6EDCFDB-DABA-84DA-CBD8-4C54BB08B7DA}"/>
                </a:ext>
              </a:extLst>
            </p:cNvPr>
            <p:cNvCxnSpPr>
              <a:cxnSpLocks/>
              <a:stCxn id="161" idx="5"/>
              <a:endCxn id="163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80A401A-EBB4-2C02-0F89-1C49B69E2B67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3B3B489-2D56-EDEA-9024-CBE9C3F266B3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3A75E2D2-CFB5-DCA0-2DA9-A49BBF680B24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AD6B794-5C52-4987-5A07-F9EFFC35E13F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16760A03-C48E-3456-5B93-61C19F7D9B21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5E87676B-C32A-30B7-8CBD-F7A10A45AFC9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1365B33-CEE5-78B1-0669-B02BDACAB54B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1D5E990-63C3-4D0B-C2D4-829D568E5B3E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A64C6C5-E49A-1561-B43E-110831FD204C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D9870C9B-AE20-2512-E2C3-72E9621EB882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EB323E46-AB57-02D1-7A2E-2AB691B3C3D8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C788295A-81DF-1968-A16E-A43B1CCA50AA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2F28C2F-7323-94A0-AC52-AB94EF5E9012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82189780-0336-D1CC-8413-9D2C4AA3BD4D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6F1D9B6-ACD7-58F0-DCF8-70AE774A4DB0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4F2BCBD-5A0F-2912-614C-CA3A6D05632C}"/>
              </a:ext>
            </a:extLst>
          </p:cNvPr>
          <p:cNvGrpSpPr/>
          <p:nvPr/>
        </p:nvGrpSpPr>
        <p:grpSpPr>
          <a:xfrm>
            <a:off x="4560251" y="4064648"/>
            <a:ext cx="1296670" cy="712788"/>
            <a:chOff x="5595183" y="3707941"/>
            <a:chExt cx="2145169" cy="1168065"/>
          </a:xfrm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69805F4-9197-194C-AABE-794E391ACD42}"/>
                </a:ext>
              </a:extLst>
            </p:cNvPr>
            <p:cNvCxnSpPr>
              <a:cxnSpLocks/>
              <a:stCxn id="205" idx="7"/>
              <a:endCxn id="202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A5FB3200-D441-971E-64F5-34FC727E3FA8}"/>
                </a:ext>
              </a:extLst>
            </p:cNvPr>
            <p:cNvCxnSpPr>
              <a:cxnSpLocks/>
              <a:stCxn id="201" idx="6"/>
              <a:endCxn id="204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D44F147-28D9-56DC-D139-22F93CE153F8}"/>
                </a:ext>
              </a:extLst>
            </p:cNvPr>
            <p:cNvCxnSpPr>
              <a:cxnSpLocks/>
              <a:stCxn id="202" idx="6"/>
              <a:endCxn id="203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B3DDAAD8-0B5C-BD73-1CB9-7397BD2C9015}"/>
                </a:ext>
              </a:extLst>
            </p:cNvPr>
            <p:cNvCxnSpPr>
              <a:cxnSpLocks/>
              <a:stCxn id="205" idx="4"/>
              <a:endCxn id="207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4D1B3B9-6DA9-42B3-C5B4-65FFBD7BB2DA}"/>
                </a:ext>
              </a:extLst>
            </p:cNvPr>
            <p:cNvCxnSpPr>
              <a:cxnSpLocks/>
              <a:stCxn id="208" idx="1"/>
              <a:endCxn id="205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545594C-001A-9083-3E03-EE9465B3571B}"/>
                </a:ext>
              </a:extLst>
            </p:cNvPr>
            <p:cNvCxnSpPr>
              <a:cxnSpLocks/>
              <a:stCxn id="201" idx="1"/>
              <a:endCxn id="208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F1DB976-28FA-3A03-DC66-9057DA32B09B}"/>
                </a:ext>
              </a:extLst>
            </p:cNvPr>
            <p:cNvCxnSpPr>
              <a:cxnSpLocks/>
              <a:stCxn id="201" idx="3"/>
              <a:endCxn id="207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9E0F706-C5C5-53A8-2C82-50B7A195E3CD}"/>
                </a:ext>
              </a:extLst>
            </p:cNvPr>
            <p:cNvCxnSpPr>
              <a:cxnSpLocks/>
              <a:stCxn id="208" idx="3"/>
              <a:endCxn id="207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C35E9D64-24D9-F8F9-2DFB-E47775498AEB}"/>
                </a:ext>
              </a:extLst>
            </p:cNvPr>
            <p:cNvCxnSpPr>
              <a:cxnSpLocks/>
              <a:stCxn id="204" idx="1"/>
              <a:endCxn id="208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693A8F13-B879-DCB8-42CE-1EDAF22FB34E}"/>
                </a:ext>
              </a:extLst>
            </p:cNvPr>
            <p:cNvCxnSpPr>
              <a:cxnSpLocks/>
              <a:stCxn id="203" idx="5"/>
              <a:endCxn id="206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BC85FB8B-230C-5F6F-3548-BDE9E4616209}"/>
                </a:ext>
              </a:extLst>
            </p:cNvPr>
            <p:cNvCxnSpPr>
              <a:cxnSpLocks/>
              <a:stCxn id="206" idx="2"/>
              <a:endCxn id="207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64220A02-B578-573F-6944-8E497AA7DF34}"/>
                </a:ext>
              </a:extLst>
            </p:cNvPr>
            <p:cNvCxnSpPr>
              <a:cxnSpLocks/>
              <a:stCxn id="203" idx="4"/>
              <a:endCxn id="204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A376A8E-5097-20CB-D0DE-581017F8BC32}"/>
                </a:ext>
              </a:extLst>
            </p:cNvPr>
            <p:cNvCxnSpPr>
              <a:cxnSpLocks/>
              <a:stCxn id="208" idx="7"/>
              <a:endCxn id="202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7E0055C9-96DE-1730-E409-61515469503A}"/>
                </a:ext>
              </a:extLst>
            </p:cNvPr>
            <p:cNvCxnSpPr>
              <a:cxnSpLocks/>
              <a:stCxn id="204" idx="5"/>
              <a:endCxn id="206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6CEF3F5-EA04-8F89-6925-CAAA33050D7A}"/>
                </a:ext>
              </a:extLst>
            </p:cNvPr>
            <p:cNvCxnSpPr>
              <a:cxnSpLocks/>
              <a:stCxn id="201" idx="5"/>
              <a:endCxn id="206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8639AC9-B829-C484-2C2F-359E70602297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FCFA25B-7A61-C0C6-646A-DCB0886DC5E0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336CC3D-5127-ABFA-5834-0493E65A7EB3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DC4AF944-9232-0AB7-B517-A0A0665513B1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098EB0E-3191-5A6F-2895-CAA9BA0F8E8F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5478CDDA-0663-15B9-877D-44436DF66BBC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12F72C32-CC5E-B03B-6D1E-9F761EA605D9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8D37733F-6CCA-D93C-8A32-CC14F35370CE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185E7829-0DDE-3C4F-8F36-952A1D9F9924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EB9FEC35-6B65-0B87-9D70-00A94E9CF112}"/>
                </a:ext>
              </a:extLst>
            </p:cNvPr>
            <p:cNvCxnSpPr>
              <a:cxnSpLocks/>
              <a:stCxn id="202" idx="5"/>
              <a:endCxn id="204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310EFACA-77FD-89B6-C4F7-E199DA573BFC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89529218-D3DB-B895-22E6-FCE6603E1552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EA5C6928-A0F6-5CD5-27FB-7BACFF84A4EF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518BA8F-0BA6-784C-254E-148C12E694F3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6003C288-5D03-6A6D-41DA-592AF064027C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6D4CE898-982D-F7D4-6650-F24031B7E5BC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6D48DC0-8518-D1A2-B171-291640D52EC2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156C1FD-E4A9-556A-5FD0-63D9E862C716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9497F1C-17C9-D25A-3F1D-066A95FFD092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9DA38CF5-C14A-EF84-2D9B-0E379D2BF33A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7BC9F64-B01A-F868-2EE3-16F57DAABC91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7D5854A0-8568-E6AE-5246-7938E679173D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B8A7AF7C-81A9-511D-42E8-B69328AD4623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3C35F848-90DB-0BF3-6429-CAF508C199F3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2A3EDCCA-6ED4-D0E9-52BB-820B59EA34E9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4CCAC78-38F2-326E-EF6B-4E2E076F49C8}"/>
              </a:ext>
            </a:extLst>
          </p:cNvPr>
          <p:cNvGrpSpPr/>
          <p:nvPr/>
        </p:nvGrpSpPr>
        <p:grpSpPr>
          <a:xfrm>
            <a:off x="6255381" y="1289857"/>
            <a:ext cx="1296670" cy="712788"/>
            <a:chOff x="5595183" y="3707941"/>
            <a:chExt cx="2145169" cy="1168065"/>
          </a:xfrm>
        </p:grpSpPr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608A8AB-5167-80D0-6F14-D8201B88DFE1}"/>
                </a:ext>
              </a:extLst>
            </p:cNvPr>
            <p:cNvCxnSpPr>
              <a:cxnSpLocks/>
              <a:stCxn id="246" idx="7"/>
              <a:endCxn id="243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2FD321F-2B4B-E868-F532-A751430075AD}"/>
                </a:ext>
              </a:extLst>
            </p:cNvPr>
            <p:cNvCxnSpPr>
              <a:cxnSpLocks/>
              <a:stCxn id="242" idx="6"/>
              <a:endCxn id="245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B2B4F1B-0D2F-8A4F-72EC-E76FEB38A05A}"/>
                </a:ext>
              </a:extLst>
            </p:cNvPr>
            <p:cNvCxnSpPr>
              <a:cxnSpLocks/>
              <a:stCxn id="243" idx="6"/>
              <a:endCxn id="244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BB84E78D-D288-31F0-4E41-FB24A5BC2E4C}"/>
                </a:ext>
              </a:extLst>
            </p:cNvPr>
            <p:cNvCxnSpPr>
              <a:cxnSpLocks/>
              <a:stCxn id="246" idx="4"/>
              <a:endCxn id="248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BB78F590-7AF6-CACC-0853-0CD71142C183}"/>
                </a:ext>
              </a:extLst>
            </p:cNvPr>
            <p:cNvCxnSpPr>
              <a:cxnSpLocks/>
              <a:stCxn id="249" idx="1"/>
              <a:endCxn id="246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B0A2756-5C2E-2C40-2866-3D31C40F92AF}"/>
                </a:ext>
              </a:extLst>
            </p:cNvPr>
            <p:cNvCxnSpPr>
              <a:cxnSpLocks/>
              <a:stCxn id="242" idx="1"/>
              <a:endCxn id="249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E31C177-02C8-708B-0D4C-6CC201D4CF42}"/>
                </a:ext>
              </a:extLst>
            </p:cNvPr>
            <p:cNvCxnSpPr>
              <a:cxnSpLocks/>
              <a:stCxn id="242" idx="3"/>
              <a:endCxn id="248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7363DB89-75C0-FF2C-9C7B-49EC3FC78D44}"/>
                </a:ext>
              </a:extLst>
            </p:cNvPr>
            <p:cNvCxnSpPr>
              <a:cxnSpLocks/>
              <a:stCxn id="249" idx="3"/>
              <a:endCxn id="248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0F292567-9686-4735-7CDA-F61A9598474D}"/>
                </a:ext>
              </a:extLst>
            </p:cNvPr>
            <p:cNvCxnSpPr>
              <a:cxnSpLocks/>
              <a:stCxn id="245" idx="1"/>
              <a:endCxn id="249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DA31CBAB-DBF7-2DFD-8243-E31841BD6C3A}"/>
                </a:ext>
              </a:extLst>
            </p:cNvPr>
            <p:cNvCxnSpPr>
              <a:cxnSpLocks/>
              <a:stCxn id="244" idx="5"/>
              <a:endCxn id="247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BC4717B9-6E9F-45D1-AA87-46A91BE6E1C1}"/>
                </a:ext>
              </a:extLst>
            </p:cNvPr>
            <p:cNvCxnSpPr>
              <a:cxnSpLocks/>
              <a:stCxn id="247" idx="2"/>
              <a:endCxn id="248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F4D78FA9-FA3A-CCF1-9CC3-617AE44F90E9}"/>
                </a:ext>
              </a:extLst>
            </p:cNvPr>
            <p:cNvCxnSpPr>
              <a:cxnSpLocks/>
              <a:stCxn id="244" idx="4"/>
              <a:endCxn id="245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DEC92102-7596-7E6E-89F7-DB0AE0440E14}"/>
                </a:ext>
              </a:extLst>
            </p:cNvPr>
            <p:cNvCxnSpPr>
              <a:cxnSpLocks/>
              <a:stCxn id="249" idx="7"/>
              <a:endCxn id="243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AF71356-32FA-6F5B-DAC3-DC33B62E8FE9}"/>
                </a:ext>
              </a:extLst>
            </p:cNvPr>
            <p:cNvCxnSpPr>
              <a:cxnSpLocks/>
              <a:stCxn id="245" idx="5"/>
              <a:endCxn id="247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928C6E-80C6-C0C0-E206-49B0E3DFB26D}"/>
                </a:ext>
              </a:extLst>
            </p:cNvPr>
            <p:cNvCxnSpPr>
              <a:cxnSpLocks/>
              <a:stCxn id="242" idx="5"/>
              <a:endCxn id="247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3085BA4F-4C31-C696-9EE6-0D07D1A4E526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A4AE2A9B-9C34-FD26-A3DE-42943913F781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3EE6536-07AC-D777-A64C-54EDCA6EBA7B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C7BF5246-CF73-B947-543E-6BDFE9D91C79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1A6612C-4643-816D-C20D-5D885919EAEA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5CF173C-B540-60B4-2B49-9FF7E9F9FEAC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645EB0F2-3524-9B5D-A5C5-B91CC7BA7216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0ED68DCA-BF6B-1142-7E4F-247DEA4C397B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E73F7FEB-2F55-E282-D6AD-BF5B74C86E39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839D7901-ADA2-0CA0-07AF-9BB4D3B9483D}"/>
                </a:ext>
              </a:extLst>
            </p:cNvPr>
            <p:cNvCxnSpPr>
              <a:cxnSpLocks/>
              <a:stCxn id="243" idx="5"/>
              <a:endCxn id="245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4726914-0319-604F-78B1-34D1BD22A95F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E64834C7-3388-DAD9-BD0F-39E395B14D55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5F01458-BD96-6859-3F3F-FDB0884BC921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4D57D29-0FEC-041C-F417-AFA9FB59766D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D07A77E4-5E1C-600B-5EA6-5BEFA8416570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B0F4617D-A2EC-CB4C-3AC2-7778D5AA0CCB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BCB35CE9-BA38-708E-24DF-47B711343ED7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4A24DA98-F061-30D1-953E-592CBC845158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14F433C-90D6-2008-B7E4-8598BF72C8F7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FE4C036D-0A2B-8D93-B448-15901D019960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5299B208-16D6-25B6-561A-2EAEFCA44DBF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EE1EA82D-1588-61EA-B2C5-C183867403FC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FAD24130-7DA8-A69E-7886-F4149E464D71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A46E86F2-B7DE-7367-2BA8-11425BECCBD6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31618A4C-B9F0-3ECD-BEDC-C79337AB056C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7611A6C-42AA-409D-F76D-1F80D6F56637}"/>
              </a:ext>
            </a:extLst>
          </p:cNvPr>
          <p:cNvGrpSpPr/>
          <p:nvPr/>
        </p:nvGrpSpPr>
        <p:grpSpPr>
          <a:xfrm>
            <a:off x="6255381" y="2214787"/>
            <a:ext cx="1296670" cy="712788"/>
            <a:chOff x="5595183" y="3707941"/>
            <a:chExt cx="2145169" cy="1168065"/>
          </a:xfrm>
        </p:grpSpPr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9D73351-D5B5-E82A-D40A-74ED832CD3F3}"/>
                </a:ext>
              </a:extLst>
            </p:cNvPr>
            <p:cNvCxnSpPr>
              <a:cxnSpLocks/>
              <a:stCxn id="287" idx="7"/>
              <a:endCxn id="284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FF02419E-8963-BF4D-ABB1-1AA419037715}"/>
                </a:ext>
              </a:extLst>
            </p:cNvPr>
            <p:cNvCxnSpPr>
              <a:cxnSpLocks/>
              <a:stCxn id="283" idx="6"/>
              <a:endCxn id="286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D197C71A-BD17-3094-CD01-29C2C96D7858}"/>
                </a:ext>
              </a:extLst>
            </p:cNvPr>
            <p:cNvCxnSpPr>
              <a:cxnSpLocks/>
              <a:stCxn id="284" idx="6"/>
              <a:endCxn id="285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76B8E644-342E-4D6F-2914-3F39F6DF86AD}"/>
                </a:ext>
              </a:extLst>
            </p:cNvPr>
            <p:cNvCxnSpPr>
              <a:cxnSpLocks/>
              <a:stCxn id="287" idx="4"/>
              <a:endCxn id="289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CB4B082F-480F-59B9-66A8-508B520AA731}"/>
                </a:ext>
              </a:extLst>
            </p:cNvPr>
            <p:cNvCxnSpPr>
              <a:cxnSpLocks/>
              <a:stCxn id="290" idx="1"/>
              <a:endCxn id="287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7FEDD620-D921-1280-9115-2D7973D589C9}"/>
                </a:ext>
              </a:extLst>
            </p:cNvPr>
            <p:cNvCxnSpPr>
              <a:cxnSpLocks/>
              <a:stCxn id="283" idx="1"/>
              <a:endCxn id="290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F60BE85-2908-F108-ABEC-FAF6F794DB7C}"/>
                </a:ext>
              </a:extLst>
            </p:cNvPr>
            <p:cNvCxnSpPr>
              <a:cxnSpLocks/>
              <a:stCxn id="283" idx="3"/>
              <a:endCxn id="289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28802CB9-C466-1DF7-C1C4-B58716F2EC98}"/>
                </a:ext>
              </a:extLst>
            </p:cNvPr>
            <p:cNvCxnSpPr>
              <a:cxnSpLocks/>
              <a:stCxn id="290" idx="3"/>
              <a:endCxn id="289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8F32271B-D6CB-B0ED-A86A-C095F6A78537}"/>
                </a:ext>
              </a:extLst>
            </p:cNvPr>
            <p:cNvCxnSpPr>
              <a:cxnSpLocks/>
              <a:stCxn id="286" idx="1"/>
              <a:endCxn id="290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94C87EAD-A5B3-09A2-815A-EE02FFE1B65E}"/>
                </a:ext>
              </a:extLst>
            </p:cNvPr>
            <p:cNvCxnSpPr>
              <a:cxnSpLocks/>
              <a:stCxn id="285" idx="5"/>
              <a:endCxn id="288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70AB0B44-E537-47C0-0D84-C813C37AD3C7}"/>
                </a:ext>
              </a:extLst>
            </p:cNvPr>
            <p:cNvCxnSpPr>
              <a:cxnSpLocks/>
              <a:stCxn id="288" idx="2"/>
              <a:endCxn id="289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84D748E9-FE98-C698-4DEB-D68B6A6592F3}"/>
                </a:ext>
              </a:extLst>
            </p:cNvPr>
            <p:cNvCxnSpPr>
              <a:cxnSpLocks/>
              <a:stCxn id="285" idx="4"/>
              <a:endCxn id="286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983E59E3-E528-B369-93BB-2406FE9150B6}"/>
                </a:ext>
              </a:extLst>
            </p:cNvPr>
            <p:cNvCxnSpPr>
              <a:cxnSpLocks/>
              <a:stCxn id="290" idx="7"/>
              <a:endCxn id="284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679365EE-1954-D23C-2B20-C51258D95AC8}"/>
                </a:ext>
              </a:extLst>
            </p:cNvPr>
            <p:cNvCxnSpPr>
              <a:cxnSpLocks/>
              <a:stCxn id="286" idx="5"/>
              <a:endCxn id="288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237D0EB-E4B4-F4C6-3951-AA27C2F3DEAB}"/>
                </a:ext>
              </a:extLst>
            </p:cNvPr>
            <p:cNvCxnSpPr>
              <a:cxnSpLocks/>
              <a:stCxn id="283" idx="5"/>
              <a:endCxn id="288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CE7D8F87-1B25-4D0E-52DE-9A76D0A203C9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B8D1D0AC-042F-937D-0CF9-DD4452398990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1E42E310-C0CC-63C5-1ABF-6540AB76F045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8875E735-BA3E-062A-5883-6EAD87D5D948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559ABA43-C295-F6F3-1F98-7FF810C65DF0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A713FBEB-9AE5-4599-A180-D8BD793F3A86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79EBC5C8-7D24-8EA4-87BC-09A199DD337B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1042E2A-22DF-C4CA-4DE1-5CC973DCC0EF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451719E3-D37D-A9C5-7232-D265CF810799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A0047C58-21AE-87C5-5684-7ADEAB85FDE2}"/>
                </a:ext>
              </a:extLst>
            </p:cNvPr>
            <p:cNvCxnSpPr>
              <a:cxnSpLocks/>
              <a:stCxn id="284" idx="5"/>
              <a:endCxn id="286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73F20B90-DA39-18D3-DA5A-DBDEC113D899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A527A09-3FC7-8DD4-FE84-F513D95BACDB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6CA6E649-3A8D-6826-30E4-762924FAE8B5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847B75B4-BB45-4A1A-E7CF-C4EFA2A243BB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E81023FE-0FA3-B5F8-BC2A-27C021827E7C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F0871FE2-6DA8-CAFB-23B4-9D2637FBB179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EBDF0548-E852-0DB2-B9E0-4C62193AC982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3F2151B3-9F5F-5B32-2C3E-CD4668607169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323EB33E-FC55-63DD-B1A2-F6D8D36A9742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EF752853-CAE1-EADA-63AB-DD491B34D0D6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10594CAD-401A-06CE-F73B-64E8DC27196F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994E50F7-B224-2B1F-B833-D72A3B6E282D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26687E16-652A-7EA7-A227-3A35D9E6D33B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CB40293F-F2DB-DCDD-0091-845380FECCF9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6B58D0DB-603C-CF5F-CB82-30D71D2153F6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563F53B2-A6AB-A14A-49C1-5D52762ADAB8}"/>
              </a:ext>
            </a:extLst>
          </p:cNvPr>
          <p:cNvGrpSpPr/>
          <p:nvPr/>
        </p:nvGrpSpPr>
        <p:grpSpPr>
          <a:xfrm>
            <a:off x="6255381" y="3139717"/>
            <a:ext cx="1296670" cy="712788"/>
            <a:chOff x="5595183" y="3707941"/>
            <a:chExt cx="2145169" cy="1168065"/>
          </a:xfrm>
        </p:grpSpPr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23C70F7E-3587-4C9A-B8E6-FAF09C220761}"/>
                </a:ext>
              </a:extLst>
            </p:cNvPr>
            <p:cNvCxnSpPr>
              <a:cxnSpLocks/>
              <a:stCxn id="328" idx="7"/>
              <a:endCxn id="325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2909CFCD-98EB-B444-BE5A-D9DF64112008}"/>
                </a:ext>
              </a:extLst>
            </p:cNvPr>
            <p:cNvCxnSpPr>
              <a:cxnSpLocks/>
              <a:stCxn id="324" idx="6"/>
              <a:endCxn id="327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CE9A2180-56D7-01A0-AFBE-277DCBEA1289}"/>
                </a:ext>
              </a:extLst>
            </p:cNvPr>
            <p:cNvCxnSpPr>
              <a:cxnSpLocks/>
              <a:stCxn id="325" idx="6"/>
              <a:endCxn id="326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B80CDEC-D1D6-6EB5-58E4-6D206D2E7F43}"/>
                </a:ext>
              </a:extLst>
            </p:cNvPr>
            <p:cNvCxnSpPr>
              <a:cxnSpLocks/>
              <a:stCxn id="328" idx="4"/>
              <a:endCxn id="330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E915D15C-6253-AF50-54A9-36BEC8F71627}"/>
                </a:ext>
              </a:extLst>
            </p:cNvPr>
            <p:cNvCxnSpPr>
              <a:cxnSpLocks/>
              <a:stCxn id="331" idx="1"/>
              <a:endCxn id="328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4FEEE315-0014-40DC-022A-E9182C8594E8}"/>
                </a:ext>
              </a:extLst>
            </p:cNvPr>
            <p:cNvCxnSpPr>
              <a:cxnSpLocks/>
              <a:stCxn id="324" idx="1"/>
              <a:endCxn id="331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267D05BB-3FD7-9CDD-EA7C-BBE366B2C1E5}"/>
                </a:ext>
              </a:extLst>
            </p:cNvPr>
            <p:cNvCxnSpPr>
              <a:cxnSpLocks/>
              <a:stCxn id="324" idx="3"/>
              <a:endCxn id="330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F9C2E2B8-F704-6180-5935-5C5BD187148E}"/>
                </a:ext>
              </a:extLst>
            </p:cNvPr>
            <p:cNvCxnSpPr>
              <a:cxnSpLocks/>
              <a:stCxn id="331" idx="3"/>
              <a:endCxn id="330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BC070C43-D032-0693-2CE9-43777F497B41}"/>
                </a:ext>
              </a:extLst>
            </p:cNvPr>
            <p:cNvCxnSpPr>
              <a:cxnSpLocks/>
              <a:stCxn id="327" idx="1"/>
              <a:endCxn id="331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A33A8AC8-64B1-445C-C76C-98F92EB26ABD}"/>
                </a:ext>
              </a:extLst>
            </p:cNvPr>
            <p:cNvCxnSpPr>
              <a:cxnSpLocks/>
              <a:stCxn id="326" idx="5"/>
              <a:endCxn id="329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526DEDC3-D831-F675-CE84-2A8CA9FBF28E}"/>
                </a:ext>
              </a:extLst>
            </p:cNvPr>
            <p:cNvCxnSpPr>
              <a:cxnSpLocks/>
              <a:stCxn id="329" idx="2"/>
              <a:endCxn id="330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0724DA47-EECB-65EA-106C-A1FB9DEBB97B}"/>
                </a:ext>
              </a:extLst>
            </p:cNvPr>
            <p:cNvCxnSpPr>
              <a:cxnSpLocks/>
              <a:stCxn id="326" idx="4"/>
              <a:endCxn id="327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87FF4CD4-89E6-F0E0-31DE-34F46E76BBA2}"/>
                </a:ext>
              </a:extLst>
            </p:cNvPr>
            <p:cNvCxnSpPr>
              <a:cxnSpLocks/>
              <a:stCxn id="331" idx="7"/>
              <a:endCxn id="325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3F028BD-EE43-F116-B6C9-8718F6637C2C}"/>
                </a:ext>
              </a:extLst>
            </p:cNvPr>
            <p:cNvCxnSpPr>
              <a:cxnSpLocks/>
              <a:stCxn id="327" idx="5"/>
              <a:endCxn id="329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596013-DDA3-D6E8-7334-EDEDE9288D88}"/>
                </a:ext>
              </a:extLst>
            </p:cNvPr>
            <p:cNvCxnSpPr>
              <a:cxnSpLocks/>
              <a:stCxn id="324" idx="5"/>
              <a:endCxn id="329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6CA167DF-00F2-3F36-29C1-2115896669E3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5CEA4BD9-973E-C4FE-0479-4301BB030558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915E08D4-3E72-A80D-B35E-48BF0CB89010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D35E402C-6ADC-1E13-8EB9-5817ECDD3FD0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C2AD5390-FCCC-1ECC-E51C-BA8FEEA5BB38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220E1244-7051-BA1B-EF48-ADB3E933E691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A927C57D-5E41-F6A6-7AA3-F09CE56C5D2F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D2ADB629-A976-DFA6-1EC9-6E83EE735144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4AD702E2-872D-CC50-E2C8-B92B3581EDCD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7C68D9B-74A2-0DDA-4A07-FE46824E1DE9}"/>
                </a:ext>
              </a:extLst>
            </p:cNvPr>
            <p:cNvCxnSpPr>
              <a:cxnSpLocks/>
              <a:stCxn id="325" idx="5"/>
              <a:endCxn id="327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D6369122-1D15-6537-D1AE-2EE31E50C4D2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CD266825-A009-2F9D-DFDE-E98175987090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17222ADC-A626-F25D-BEB8-86C913324892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5D4B706F-D00F-9989-7601-F9A47295FA50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EAE73164-BA98-0C5C-D468-B99C77A20CBD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240348DD-448B-5BE1-918A-E998F1FE91E6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DED4870E-8547-2865-9E03-832EF4C168DD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0D83C533-9079-EA18-989E-955452B274DF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69D6701E-D035-B0DE-3BA4-BF27083E4ED8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1075AAE8-3293-436B-B72A-310B21BB2C03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FDF7DF92-60FF-2619-2884-B20F484BD808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3B9F672F-73B6-9025-BFDF-C6C593218377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89709FD2-5BF6-B8B2-F7E5-AF03590052A8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3C337F80-E0F8-7D61-B60F-75613CD3A1AB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FC9464D2-55D4-37CB-21E6-C31B9C70CCB1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0277F0C-16FB-01A7-1C90-64B12FC7AD53}"/>
              </a:ext>
            </a:extLst>
          </p:cNvPr>
          <p:cNvGrpSpPr/>
          <p:nvPr/>
        </p:nvGrpSpPr>
        <p:grpSpPr>
          <a:xfrm>
            <a:off x="6255381" y="4064648"/>
            <a:ext cx="1296670" cy="712788"/>
            <a:chOff x="5595183" y="3707941"/>
            <a:chExt cx="2145169" cy="1168065"/>
          </a:xfrm>
        </p:grpSpPr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84417536-9769-037C-2D97-96D5B2AAF2D0}"/>
                </a:ext>
              </a:extLst>
            </p:cNvPr>
            <p:cNvCxnSpPr>
              <a:cxnSpLocks/>
              <a:stCxn id="369" idx="7"/>
              <a:endCxn id="366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D0681957-1935-AA97-083D-AAF75B813E13}"/>
                </a:ext>
              </a:extLst>
            </p:cNvPr>
            <p:cNvCxnSpPr>
              <a:cxnSpLocks/>
              <a:stCxn id="365" idx="6"/>
              <a:endCxn id="368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4E22C05E-BF03-6B16-002E-43E663CC7FE1}"/>
                </a:ext>
              </a:extLst>
            </p:cNvPr>
            <p:cNvCxnSpPr>
              <a:cxnSpLocks/>
              <a:stCxn id="366" idx="6"/>
              <a:endCxn id="367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AE4F7FCD-B43C-1D77-8F67-E590ADCB82F3}"/>
                </a:ext>
              </a:extLst>
            </p:cNvPr>
            <p:cNvCxnSpPr>
              <a:cxnSpLocks/>
              <a:stCxn id="369" idx="4"/>
              <a:endCxn id="371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CBE64C86-5D5E-A764-66AA-5DFE28A1E0CC}"/>
                </a:ext>
              </a:extLst>
            </p:cNvPr>
            <p:cNvCxnSpPr>
              <a:cxnSpLocks/>
              <a:stCxn id="372" idx="1"/>
              <a:endCxn id="369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FCCA03F9-DF43-AA57-DD7F-08894D26FD1D}"/>
                </a:ext>
              </a:extLst>
            </p:cNvPr>
            <p:cNvCxnSpPr>
              <a:cxnSpLocks/>
              <a:stCxn id="365" idx="1"/>
              <a:endCxn id="372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AD9A758-4F04-F171-B3FD-76114F2E273C}"/>
                </a:ext>
              </a:extLst>
            </p:cNvPr>
            <p:cNvCxnSpPr>
              <a:cxnSpLocks/>
              <a:stCxn id="365" idx="3"/>
              <a:endCxn id="371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99E4F548-08B4-5966-627E-DCE8295947D1}"/>
                </a:ext>
              </a:extLst>
            </p:cNvPr>
            <p:cNvCxnSpPr>
              <a:cxnSpLocks/>
              <a:stCxn id="372" idx="3"/>
              <a:endCxn id="371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B4703A4-ECE0-BE96-7989-1E5315B03813}"/>
                </a:ext>
              </a:extLst>
            </p:cNvPr>
            <p:cNvCxnSpPr>
              <a:cxnSpLocks/>
              <a:stCxn id="368" idx="1"/>
              <a:endCxn id="372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809F9E75-626F-1644-6833-9B8C9FD12EAC}"/>
                </a:ext>
              </a:extLst>
            </p:cNvPr>
            <p:cNvCxnSpPr>
              <a:cxnSpLocks/>
              <a:stCxn id="367" idx="5"/>
              <a:endCxn id="370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19E0992C-6BC5-4A81-CABD-4AD2761CB46C}"/>
                </a:ext>
              </a:extLst>
            </p:cNvPr>
            <p:cNvCxnSpPr>
              <a:cxnSpLocks/>
              <a:stCxn id="370" idx="2"/>
              <a:endCxn id="371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5749BBA2-684C-C914-FF2E-95A31887E318}"/>
                </a:ext>
              </a:extLst>
            </p:cNvPr>
            <p:cNvCxnSpPr>
              <a:cxnSpLocks/>
              <a:stCxn id="367" idx="4"/>
              <a:endCxn id="368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3DDF3534-E5C3-F868-F0AF-9163411FF92B}"/>
                </a:ext>
              </a:extLst>
            </p:cNvPr>
            <p:cNvCxnSpPr>
              <a:cxnSpLocks/>
              <a:stCxn id="372" idx="7"/>
              <a:endCxn id="366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4DA33A6F-4483-11D1-E069-A32097F5DBC5}"/>
                </a:ext>
              </a:extLst>
            </p:cNvPr>
            <p:cNvCxnSpPr>
              <a:cxnSpLocks/>
              <a:stCxn id="368" idx="5"/>
              <a:endCxn id="370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A1E633C3-DFC6-DE43-E8C1-31C274EB46C1}"/>
                </a:ext>
              </a:extLst>
            </p:cNvPr>
            <p:cNvCxnSpPr>
              <a:cxnSpLocks/>
              <a:stCxn id="365" idx="5"/>
              <a:endCxn id="370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5F3C42AA-6D65-958B-927B-3BD66B8E261F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6F9E34C1-FF77-D90F-B178-F99643A81697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57E3485C-EFCC-008C-EA7F-27A628DF6D8F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E012140C-B3C5-CDFC-C3BF-2F026CB83ABA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BDD9F50D-661F-0B28-D4A9-AF1B58F27107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FACC482B-B20A-332B-8AE6-0E66EC9F384C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8B309311-B3D1-4219-A49A-15408A46CBC9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AE2AEB01-B19A-93B9-094B-E552A86979A4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548CBA3B-9BF3-F650-E045-C49174BE7470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7329B8CC-5342-0206-A975-DA9140E2C25B}"/>
                </a:ext>
              </a:extLst>
            </p:cNvPr>
            <p:cNvCxnSpPr>
              <a:cxnSpLocks/>
              <a:stCxn id="366" idx="5"/>
              <a:endCxn id="368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B57BCC53-A95A-A582-277F-FF5E86DF4283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081A02C9-AE69-A294-A5D5-D5C766243424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1C129783-18CB-2F76-D029-23E723D7997F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30FF1635-62A7-883F-5D88-11918B0701C6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4CB198BD-2949-697E-8663-D65FCB608EB1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1ED215FA-1A59-B5FE-A765-8A194C669941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0BBB7395-2294-6E9F-C3BE-7D99B28905DD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33683134-E0CB-05D0-97CE-2B513AA49525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64A37B8F-C7D3-2966-5940-BE1F441418A4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0EAACBD5-1880-B13C-A3E0-0916FFD40266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65726DCE-757E-3764-779D-6F984BD779B2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D16EDDC4-B100-FCCE-A0C6-CDA6B0A086C3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E14EAC70-18D1-F2C7-DCCB-6E5072DD4134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4EBCA32F-87A1-CB29-1545-6C874D11F719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7EE704AE-AFE1-A28A-EE31-70050C92E938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pic>
        <p:nvPicPr>
          <p:cNvPr id="375" name="Picture 374">
            <a:extLst>
              <a:ext uri="{FF2B5EF4-FFF2-40B4-BE49-F238E27FC236}">
                <a16:creationId xmlns:a16="http://schemas.microsoft.com/office/drawing/2014/main" id="{5146AE3E-EC7B-1194-CB55-4E1A2E298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375" y="1114075"/>
            <a:ext cx="582335" cy="594342"/>
          </a:xfrm>
          <a:prstGeom prst="rect">
            <a:avLst/>
          </a:prstGeom>
        </p:spPr>
      </p:pic>
      <p:sp>
        <p:nvSpPr>
          <p:cNvPr id="376" name="TextBox 375">
            <a:extLst>
              <a:ext uri="{FF2B5EF4-FFF2-40B4-BE49-F238E27FC236}">
                <a16:creationId xmlns:a16="http://schemas.microsoft.com/office/drawing/2014/main" id="{B8EFCC34-C8C7-4024-9CE1-2B447B2B3F49}"/>
              </a:ext>
            </a:extLst>
          </p:cNvPr>
          <p:cNvSpPr txBox="1"/>
          <p:nvPr/>
        </p:nvSpPr>
        <p:spPr bwMode="gray">
          <a:xfrm>
            <a:off x="7877361" y="1680210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Robert Clay Prim</a:t>
            </a:r>
            <a:br>
              <a:rPr lang="en-US" sz="800" b="1" dirty="0"/>
            </a:br>
            <a:r>
              <a:rPr lang="en-US" sz="800" b="1" dirty="0"/>
              <a:t>(1921 – 2009)</a:t>
            </a:r>
          </a:p>
        </p:txBody>
      </p:sp>
      <p:pic>
        <p:nvPicPr>
          <p:cNvPr id="377" name="Picture 376">
            <a:extLst>
              <a:ext uri="{FF2B5EF4-FFF2-40B4-BE49-F238E27FC236}">
                <a16:creationId xmlns:a16="http://schemas.microsoft.com/office/drawing/2014/main" id="{58DE111A-C6CE-AAFD-ED4B-44C175B61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430" y="2134219"/>
            <a:ext cx="427120" cy="617401"/>
          </a:xfrm>
          <a:prstGeom prst="rect">
            <a:avLst/>
          </a:prstGeom>
        </p:spPr>
      </p:pic>
      <p:sp>
        <p:nvSpPr>
          <p:cNvPr id="378" name="TextBox 377">
            <a:extLst>
              <a:ext uri="{FF2B5EF4-FFF2-40B4-BE49-F238E27FC236}">
                <a16:creationId xmlns:a16="http://schemas.microsoft.com/office/drawing/2014/main" id="{B9F899AA-377B-74F9-43C6-1568692C7963}"/>
              </a:ext>
            </a:extLst>
          </p:cNvPr>
          <p:cNvSpPr txBox="1"/>
          <p:nvPr/>
        </p:nvSpPr>
        <p:spPr bwMode="gray">
          <a:xfrm>
            <a:off x="7808391" y="2795751"/>
            <a:ext cx="614768" cy="2149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600" b="1" dirty="0" err="1"/>
              <a:t>Vojtěch</a:t>
            </a:r>
            <a:r>
              <a:rPr lang="en-US" sz="600" b="1" dirty="0"/>
              <a:t> </a:t>
            </a:r>
            <a:r>
              <a:rPr lang="en-US" sz="600" b="1" dirty="0" err="1"/>
              <a:t>Jarník</a:t>
            </a:r>
            <a:br>
              <a:rPr lang="en-US" sz="600" b="1" dirty="0"/>
            </a:br>
            <a:r>
              <a:rPr lang="en-US" sz="600" b="1" dirty="0"/>
              <a:t>(1897 – 1970)</a:t>
            </a:r>
          </a:p>
        </p:txBody>
      </p:sp>
      <p:pic>
        <p:nvPicPr>
          <p:cNvPr id="379" name="Picture 2">
            <a:extLst>
              <a:ext uri="{FF2B5EF4-FFF2-40B4-BE49-F238E27FC236}">
                <a16:creationId xmlns:a16="http://schemas.microsoft.com/office/drawing/2014/main" id="{4304182E-63CC-3C72-0055-F6212FD37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143" y="2131965"/>
            <a:ext cx="463388" cy="61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0" name="TextBox 379">
            <a:extLst>
              <a:ext uri="{FF2B5EF4-FFF2-40B4-BE49-F238E27FC236}">
                <a16:creationId xmlns:a16="http://schemas.microsoft.com/office/drawing/2014/main" id="{5E0BCA56-E176-2B00-9A7F-650ED0FB408F}"/>
              </a:ext>
            </a:extLst>
          </p:cNvPr>
          <p:cNvSpPr txBox="1"/>
          <p:nvPr/>
        </p:nvSpPr>
        <p:spPr bwMode="gray">
          <a:xfrm>
            <a:off x="8368621" y="2762220"/>
            <a:ext cx="750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Edsger</a:t>
            </a:r>
            <a:r>
              <a:rPr lang="en-US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Dijkstra</a:t>
            </a:r>
            <a:endParaRPr lang="en-US" sz="6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(1930 – </a:t>
            </a:r>
            <a:r>
              <a:rPr lang="de-DE" sz="600" b="1" dirty="0">
                <a:solidFill>
                  <a:srgbClr val="202122"/>
                </a:solidFill>
                <a:latin typeface="Arial" panose="020B0604020202020204" pitchFamily="34" charset="0"/>
              </a:rPr>
              <a:t>2002</a:t>
            </a:r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600" dirty="0"/>
          </a:p>
        </p:txBody>
      </p:sp>
    </p:spTree>
    <p:extLst>
      <p:ext uri="{BB962C8B-B14F-4D97-AF65-F5344CB8AC3E}">
        <p14:creationId xmlns:p14="http://schemas.microsoft.com/office/powerpoint/2010/main" val="16887398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16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17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0" dur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9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324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6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327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330" dur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333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3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8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1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6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4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7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376" grpId="1"/>
      <p:bldP spid="378" grpId="1"/>
      <p:bldP spid="38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B0C7B8D-8914-499C-B471-4DE44E8474C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853183" cy="3563938"/>
              </a:xfrm>
            </p:spPr>
            <p:txBody>
              <a:bodyPr/>
              <a:lstStyle/>
              <a:p>
                <a:r>
                  <a:rPr lang="de-DE" b="1" dirty="0"/>
                  <a:t>Implementierung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Liste der Knoten im MST: </a:t>
                </a:r>
                <a:r>
                  <a:rPr lang="en-US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boolean</a:t>
                </a:r>
                <a:r>
                  <a:rPr lang="de-DE" sz="1200" dirty="0"/>
                  <a:t> Array</a:t>
                </a:r>
              </a:p>
              <a:p>
                <a:pPr lvl="1"/>
                <a:r>
                  <a:rPr lang="de-DE" sz="1200" dirty="0"/>
                  <a:t>Liste der Kanten im MST: </a:t>
                </a:r>
                <a:br>
                  <a:rPr lang="de-DE" sz="1200" dirty="0"/>
                </a:br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Queue&lt;Edge&gt;</a:t>
                </a:r>
                <a:r>
                  <a:rPr lang="en-US" sz="1200" dirty="0"/>
                  <a:t> </a:t>
                </a:r>
                <a:r>
                  <a:rPr lang="de-DE" sz="1200" dirty="0"/>
                  <a:t>Warteschlange</a:t>
                </a:r>
              </a:p>
              <a:p>
                <a:pPr lvl="1"/>
                <a:r>
                  <a:rPr lang="de-DE" sz="1200" dirty="0"/>
                  <a:t>Lister der kreuzenden Kanten: 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MinPQ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&lt;Edge&gt;</a:t>
                </a:r>
                <a:r>
                  <a:rPr lang="de-DE" sz="1200" dirty="0"/>
                  <a:t> Prioritätswarteschlange</a:t>
                </a:r>
              </a:p>
              <a:p>
                <a:r>
                  <a:rPr lang="de-DE" b="1" dirty="0"/>
                  <a:t>Aufwand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Speicher: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Zeit: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de-DE" sz="1200" dirty="0"/>
              </a:p>
              <a:p>
                <a:r>
                  <a:rPr lang="de-DE" b="1" dirty="0"/>
                  <a:t>Details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en-US" sz="1200" i="1" dirty="0"/>
                  <a:t>Lazy</a:t>
                </a:r>
                <a:r>
                  <a:rPr lang="de-DE" sz="1200" dirty="0"/>
                  <a:t> Prim: Entferne zyklische Kanten nicht während des Algorithmus</a:t>
                </a:r>
              </a:p>
              <a:p>
                <a:pPr lvl="1"/>
                <a:r>
                  <a:rPr lang="en-US" sz="1200" i="1" dirty="0"/>
                  <a:t>Eager</a:t>
                </a:r>
                <a:r>
                  <a:rPr lang="de-DE" sz="1200" dirty="0"/>
                  <a:t> Prim: Entferne zyklische Kanten während des Algorithmus und Update aller minimalen Distanzen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B0C7B8D-8914-499C-B471-4DE44E847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853183" cy="3563938"/>
              </a:xfrm>
              <a:blipFill>
                <a:blip r:embed="rId3"/>
                <a:stretch>
                  <a:fillRect t="-355" b="-24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04B0C52-ACDE-AA28-867C-EDE24B9C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Prim’s Algorithmus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15E3D-7ED5-138B-4520-3C46416ADCCB}"/>
              </a:ext>
            </a:extLst>
          </p:cNvPr>
          <p:cNvSpPr txBox="1"/>
          <p:nvPr/>
        </p:nvSpPr>
        <p:spPr bwMode="gray">
          <a:xfrm>
            <a:off x="7385543" y="3021806"/>
            <a:ext cx="147570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400" b="1" dirty="0">
                <a:hlinkClick r:id="rId4"/>
              </a:rPr>
              <a:t>prim.h</a:t>
            </a:r>
            <a:endParaRPr lang="en-D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3EE11-601C-7546-89AC-15C8520CF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960" y="1239837"/>
            <a:ext cx="3165863" cy="35639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17767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b="1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14288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 Placeholder 64">
                <a:extLst>
                  <a:ext uri="{FF2B5EF4-FFF2-40B4-BE49-F238E27FC236}">
                    <a16:creationId xmlns:a16="http://schemas.microsoft.com/office/drawing/2014/main" id="{E5003488-7B2D-86B1-8AF2-C8C85A66CCF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473386" cy="3563938"/>
              </a:xfrm>
            </p:spPr>
            <p:txBody>
              <a:bodyPr/>
              <a:lstStyle/>
              <a:p>
                <a:r>
                  <a:rPr lang="de-DE" b="1" dirty="0"/>
                  <a:t>Problem</a:t>
                </a:r>
                <a:r>
                  <a:rPr lang="de-DE" dirty="0"/>
                  <a:t>: Gegeben ein gerichteter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und zwei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, finde einen gerichteten Pfad von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zu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dirty="0"/>
                  <a:t> so dass kein anderer Pfad von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zu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dirty="0"/>
                  <a:t> ein geringeres Gewicht hat.</a:t>
                </a:r>
              </a:p>
              <a:p>
                <a:r>
                  <a:rPr lang="de-DE" b="1" dirty="0"/>
                  <a:t>Anwendungen von kürzesten Pfaden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Routenplanung (DHL, Amazon)</a:t>
                </a:r>
              </a:p>
              <a:p>
                <a:pPr lvl="1"/>
                <a:r>
                  <a:rPr lang="de-DE" sz="1200" dirty="0"/>
                  <a:t>Bildverarbeitung (</a:t>
                </a:r>
                <a:r>
                  <a:rPr lang="en-US" sz="1200" i="1" dirty="0"/>
                  <a:t>seam carving</a:t>
                </a:r>
                <a:r>
                  <a:rPr lang="de-DE" sz="1200" dirty="0"/>
                  <a:t>)</a:t>
                </a:r>
              </a:p>
              <a:p>
                <a:pPr lvl="1"/>
                <a:r>
                  <a:rPr lang="de-DE" sz="1200" dirty="0"/>
                  <a:t>Arbitragen auf Wechselkursen</a:t>
                </a:r>
              </a:p>
              <a:p>
                <a:pPr lvl="1"/>
                <a:r>
                  <a:rPr lang="de-DE" sz="1200" dirty="0"/>
                  <a:t>Netzwerkrouting</a:t>
                </a:r>
              </a:p>
              <a:p>
                <a:pPr lvl="1"/>
                <a:endParaRPr lang="de-DE" sz="1200" dirty="0"/>
              </a:p>
            </p:txBody>
          </p:sp>
        </mc:Choice>
        <mc:Fallback xmlns="">
          <p:sp>
            <p:nvSpPr>
              <p:cNvPr id="65" name="Text Placeholder 64">
                <a:extLst>
                  <a:ext uri="{FF2B5EF4-FFF2-40B4-BE49-F238E27FC236}">
                    <a16:creationId xmlns:a16="http://schemas.microsoft.com/office/drawing/2014/main" id="{E5003488-7B2D-86B1-8AF2-C8C85A66C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473386" cy="3563938"/>
              </a:xfrm>
              <a:blipFill>
                <a:blip r:embed="rId2"/>
                <a:stretch>
                  <a:fillRect t="-355" r="-1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4168D66-BCA9-7E4E-ED9D-C8C22E39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/>
              <a:t>Kürzeste Pfade in einem kantengewichteten Digraphen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7F9CE4-D95D-7A37-514C-1289C25915BA}"/>
              </a:ext>
            </a:extLst>
          </p:cNvPr>
          <p:cNvCxnSpPr>
            <a:cxnSpLocks/>
            <a:stCxn id="21" idx="7"/>
            <a:endCxn id="18" idx="2"/>
          </p:cNvCxnSpPr>
          <p:nvPr/>
        </p:nvCxnSpPr>
        <p:spPr bwMode="gray">
          <a:xfrm flipV="1">
            <a:off x="7060644" y="1512604"/>
            <a:ext cx="570525" cy="6982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0B91BD-E431-3422-6B62-30DA355CF5B2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 bwMode="gray">
          <a:xfrm flipV="1">
            <a:off x="7888613" y="2044275"/>
            <a:ext cx="275653" cy="110353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A4535A-D67A-1C60-E23D-E0DAA8CD4063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 bwMode="gray">
          <a:xfrm>
            <a:off x="7847193" y="1512604"/>
            <a:ext cx="303821" cy="8653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B94DB2-24A8-7E11-512D-F063C0149AB8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 bwMode="gray">
          <a:xfrm flipH="1">
            <a:off x="6976714" y="1766816"/>
            <a:ext cx="7554" cy="562478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DD56E2-6A5B-0474-E50A-2748B34136EC}"/>
              </a:ext>
            </a:extLst>
          </p:cNvPr>
          <p:cNvCxnSpPr>
            <a:cxnSpLocks/>
            <a:stCxn id="24" idx="1"/>
            <a:endCxn id="21" idx="6"/>
          </p:cNvCxnSpPr>
          <p:nvPr/>
        </p:nvCxnSpPr>
        <p:spPr bwMode="gray">
          <a:xfrm flipH="1" flipV="1">
            <a:off x="7092280" y="1658804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B38E2E-C7C5-FCA6-682D-BD3CEF981818}"/>
              </a:ext>
            </a:extLst>
          </p:cNvPr>
          <p:cNvCxnSpPr>
            <a:cxnSpLocks/>
            <a:stCxn id="17" idx="3"/>
            <a:endCxn id="23" idx="6"/>
          </p:cNvCxnSpPr>
          <p:nvPr/>
        </p:nvCxnSpPr>
        <p:spPr bwMode="gray">
          <a:xfrm flipH="1">
            <a:off x="7084726" y="2231004"/>
            <a:ext cx="619499" cy="20630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C96448-9D75-AA1E-15EF-37ED844FA668}"/>
              </a:ext>
            </a:extLst>
          </p:cNvPr>
          <p:cNvCxnSpPr>
            <a:cxnSpLocks/>
            <a:stCxn id="24" idx="3"/>
            <a:endCxn id="23" idx="7"/>
          </p:cNvCxnSpPr>
          <p:nvPr/>
        </p:nvCxnSpPr>
        <p:spPr bwMode="gray">
          <a:xfrm flipH="1">
            <a:off x="7053090" y="1928495"/>
            <a:ext cx="349930" cy="432435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E7CEAB-8264-0CDC-78D8-0E1DC873EC86}"/>
              </a:ext>
            </a:extLst>
          </p:cNvPr>
          <p:cNvCxnSpPr>
            <a:cxnSpLocks/>
            <a:stCxn id="20" idx="1"/>
            <a:endCxn id="24" idx="6"/>
          </p:cNvCxnSpPr>
          <p:nvPr/>
        </p:nvCxnSpPr>
        <p:spPr bwMode="gray">
          <a:xfrm flipH="1" flipV="1">
            <a:off x="7587408" y="1852119"/>
            <a:ext cx="608494" cy="115780"/>
          </a:xfrm>
          <a:prstGeom prst="line">
            <a:avLst/>
          </a:prstGeom>
          <a:ln w="190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DA88C7-AE89-4BBF-E7C8-C1CF2ECA6EC1}"/>
              </a:ext>
            </a:extLst>
          </p:cNvPr>
          <p:cNvCxnSpPr>
            <a:cxnSpLocks/>
            <a:stCxn id="19" idx="5"/>
            <a:endCxn id="22" idx="0"/>
          </p:cNvCxnSpPr>
          <p:nvPr/>
        </p:nvCxnSpPr>
        <p:spPr bwMode="gray">
          <a:xfrm>
            <a:off x="8335402" y="1675518"/>
            <a:ext cx="562193" cy="676013"/>
          </a:xfrm>
          <a:prstGeom prst="line">
            <a:avLst/>
          </a:prstGeom>
          <a:ln w="190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A93EF6-78F2-BB21-0B4C-8936B992005C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 bwMode="gray">
          <a:xfrm flipH="1" flipV="1">
            <a:off x="7084726" y="2437306"/>
            <a:ext cx="1704857" cy="22237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8C505CF-C8F1-4F69-76C2-D4F053826924}"/>
              </a:ext>
            </a:extLst>
          </p:cNvPr>
          <p:cNvSpPr/>
          <p:nvPr/>
        </p:nvSpPr>
        <p:spPr bwMode="gray">
          <a:xfrm>
            <a:off x="7672589" y="20466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FA9899E-F2DE-7321-DDBF-44E7DA127175}"/>
              </a:ext>
            </a:extLst>
          </p:cNvPr>
          <p:cNvSpPr/>
          <p:nvPr/>
        </p:nvSpPr>
        <p:spPr bwMode="gray">
          <a:xfrm>
            <a:off x="7631169" y="14045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F813FAC-2D93-1C91-F9C6-D3B87DC2DC55}"/>
              </a:ext>
            </a:extLst>
          </p:cNvPr>
          <p:cNvSpPr/>
          <p:nvPr/>
        </p:nvSpPr>
        <p:spPr bwMode="gray">
          <a:xfrm>
            <a:off x="8151014" y="14911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D522BB-BCA4-FB5E-106A-98F7D3507104}"/>
              </a:ext>
            </a:extLst>
          </p:cNvPr>
          <p:cNvSpPr/>
          <p:nvPr/>
        </p:nvSpPr>
        <p:spPr bwMode="gray">
          <a:xfrm>
            <a:off x="8164266" y="19362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7653CE-C08E-975A-A1F0-20E23FE655EA}"/>
              </a:ext>
            </a:extLst>
          </p:cNvPr>
          <p:cNvSpPr/>
          <p:nvPr/>
        </p:nvSpPr>
        <p:spPr bwMode="gray">
          <a:xfrm>
            <a:off x="6876256" y="15507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D8699A7-FF9F-FAAE-CDDF-075998CDB37F}"/>
              </a:ext>
            </a:extLst>
          </p:cNvPr>
          <p:cNvSpPr/>
          <p:nvPr/>
        </p:nvSpPr>
        <p:spPr bwMode="gray">
          <a:xfrm>
            <a:off x="8789583" y="235153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A7A678-FE35-BBE5-1BA6-BCC72E1F4FCA}"/>
              </a:ext>
            </a:extLst>
          </p:cNvPr>
          <p:cNvSpPr/>
          <p:nvPr/>
        </p:nvSpPr>
        <p:spPr bwMode="gray">
          <a:xfrm>
            <a:off x="6868702" y="232929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E0FAB2-7EF5-B81C-ED6B-331AB447D29C}"/>
              </a:ext>
            </a:extLst>
          </p:cNvPr>
          <p:cNvSpPr/>
          <p:nvPr/>
        </p:nvSpPr>
        <p:spPr bwMode="gray">
          <a:xfrm>
            <a:off x="7371384" y="1744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445BEA3-5B0C-CF51-B640-CFC8B158C6E8}"/>
              </a:ext>
            </a:extLst>
          </p:cNvPr>
          <p:cNvCxnSpPr>
            <a:cxnSpLocks/>
            <a:stCxn id="20" idx="5"/>
            <a:endCxn id="22" idx="1"/>
          </p:cNvCxnSpPr>
          <p:nvPr/>
        </p:nvCxnSpPr>
        <p:spPr bwMode="gray">
          <a:xfrm>
            <a:off x="8348654" y="2120651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D9688A-9653-E283-92EC-217D5C96DC35}"/>
              </a:ext>
            </a:extLst>
          </p:cNvPr>
          <p:cNvCxnSpPr>
            <a:cxnSpLocks/>
            <a:stCxn id="17" idx="5"/>
            <a:endCxn id="22" idx="2"/>
          </p:cNvCxnSpPr>
          <p:nvPr/>
        </p:nvCxnSpPr>
        <p:spPr bwMode="gray">
          <a:xfrm>
            <a:off x="7856977" y="2231004"/>
            <a:ext cx="932606" cy="228539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6C5EF-4017-2C21-276A-0AD0963A70D4}"/>
              </a:ext>
            </a:extLst>
          </p:cNvPr>
          <p:cNvSpPr/>
          <p:nvPr/>
        </p:nvSpPr>
        <p:spPr bwMode="gray">
          <a:xfrm rot="16200000">
            <a:off x="6756852" y="204517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91FB5F-0988-54C8-DCB7-0C479EC733CD}"/>
              </a:ext>
            </a:extLst>
          </p:cNvPr>
          <p:cNvSpPr/>
          <p:nvPr/>
        </p:nvSpPr>
        <p:spPr bwMode="gray">
          <a:xfrm rot="18496486">
            <a:off x="7056205" y="20559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197923-02D2-8AEE-5719-8A027360AFD8}"/>
              </a:ext>
            </a:extLst>
          </p:cNvPr>
          <p:cNvSpPr/>
          <p:nvPr/>
        </p:nvSpPr>
        <p:spPr bwMode="gray">
          <a:xfrm rot="1069939">
            <a:off x="7126713" y="163222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1B6122-A5BB-7D02-61AD-DAC3B7C16D3F}"/>
              </a:ext>
            </a:extLst>
          </p:cNvPr>
          <p:cNvSpPr/>
          <p:nvPr/>
        </p:nvSpPr>
        <p:spPr bwMode="gray">
          <a:xfrm rot="21114557">
            <a:off x="7165675" y="143525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CDBA50-3298-8FE2-5971-065FC10E5F3C}"/>
              </a:ext>
            </a:extLst>
          </p:cNvPr>
          <p:cNvSpPr/>
          <p:nvPr/>
        </p:nvSpPr>
        <p:spPr bwMode="gray">
          <a:xfrm rot="20404253">
            <a:off x="7280616" y="223111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1B488A-5EEA-2F5C-2601-7A02166C4D44}"/>
              </a:ext>
            </a:extLst>
          </p:cNvPr>
          <p:cNvSpPr/>
          <p:nvPr/>
        </p:nvSpPr>
        <p:spPr bwMode="gray">
          <a:xfrm rot="20404253">
            <a:off x="7857435" y="199780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1EEB33-BFDD-ED2B-8C1C-3FEF10514D36}"/>
              </a:ext>
            </a:extLst>
          </p:cNvPr>
          <p:cNvSpPr/>
          <p:nvPr/>
        </p:nvSpPr>
        <p:spPr bwMode="gray">
          <a:xfrm rot="836560">
            <a:off x="7842113" y="14577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EC9D19-1C76-0622-3254-84497056BA44}"/>
              </a:ext>
            </a:extLst>
          </p:cNvPr>
          <p:cNvSpPr/>
          <p:nvPr/>
        </p:nvSpPr>
        <p:spPr bwMode="gray">
          <a:xfrm rot="463785">
            <a:off x="7675148" y="18069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C83CDA-8DAD-5177-B1F6-C9E10491E3FE}"/>
              </a:ext>
            </a:extLst>
          </p:cNvPr>
          <p:cNvSpPr/>
          <p:nvPr/>
        </p:nvSpPr>
        <p:spPr bwMode="gray">
          <a:xfrm rot="1513090">
            <a:off x="8433275" y="214850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EA839BC-AC11-3638-3BAE-D927C398F403}"/>
              </a:ext>
            </a:extLst>
          </p:cNvPr>
          <p:cNvSpPr/>
          <p:nvPr/>
        </p:nvSpPr>
        <p:spPr bwMode="gray">
          <a:xfrm rot="3170706">
            <a:off x="8513036" y="19325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1EE9ED-03DD-8BFE-A99C-63F2F3EF66B7}"/>
              </a:ext>
            </a:extLst>
          </p:cNvPr>
          <p:cNvSpPr/>
          <p:nvPr/>
        </p:nvSpPr>
        <p:spPr bwMode="gray">
          <a:xfrm rot="670477">
            <a:off x="8103770" y="223393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B3AB24-B263-B1B9-E831-35481689282E}"/>
              </a:ext>
            </a:extLst>
          </p:cNvPr>
          <p:cNvSpPr/>
          <p:nvPr/>
        </p:nvSpPr>
        <p:spPr bwMode="gray">
          <a:xfrm>
            <a:off x="7692983" y="236964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8F57230-7F63-8F9F-839E-EA8EB011A264}"/>
              </a:ext>
            </a:extLst>
          </p:cNvPr>
          <p:cNvCxnSpPr>
            <a:cxnSpLocks/>
            <a:stCxn id="21" idx="5"/>
            <a:endCxn id="23" idx="7"/>
          </p:cNvCxnSpPr>
          <p:nvPr/>
        </p:nvCxnSpPr>
        <p:spPr bwMode="gray">
          <a:xfrm flipH="1">
            <a:off x="7053090" y="1735180"/>
            <a:ext cx="7554" cy="62575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8F89E37-EC9E-559D-E3F7-752CE62C081F}"/>
              </a:ext>
            </a:extLst>
          </p:cNvPr>
          <p:cNvSpPr/>
          <p:nvPr/>
        </p:nvSpPr>
        <p:spPr bwMode="gray">
          <a:xfrm rot="16200000">
            <a:off x="6955680" y="19498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B3D2502-DBD4-75CC-5C0A-F6A959144832}"/>
              </a:ext>
            </a:extLst>
          </p:cNvPr>
          <p:cNvCxnSpPr>
            <a:cxnSpLocks/>
            <a:stCxn id="24" idx="2"/>
            <a:endCxn id="21" idx="5"/>
          </p:cNvCxnSpPr>
          <p:nvPr/>
        </p:nvCxnSpPr>
        <p:spPr bwMode="gray">
          <a:xfrm flipH="1" flipV="1">
            <a:off x="7060644" y="1735180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379352AA-9F36-8171-FCF1-6EBE075C2E9B}"/>
              </a:ext>
            </a:extLst>
          </p:cNvPr>
          <p:cNvSpPr/>
          <p:nvPr/>
        </p:nvSpPr>
        <p:spPr bwMode="gray">
          <a:xfrm rot="1069939">
            <a:off x="7069204" y="18035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0729C3-DCB5-BA65-23AB-543F7F5DC633}"/>
              </a:ext>
            </a:extLst>
          </p:cNvPr>
          <p:cNvCxnSpPr>
            <a:cxnSpLocks/>
            <a:stCxn id="24" idx="7"/>
            <a:endCxn id="19" idx="3"/>
          </p:cNvCxnSpPr>
          <p:nvPr/>
        </p:nvCxnSpPr>
        <p:spPr bwMode="gray">
          <a:xfrm flipV="1">
            <a:off x="7555772" y="1675518"/>
            <a:ext cx="626878" cy="100225"/>
          </a:xfrm>
          <a:prstGeom prst="line">
            <a:avLst/>
          </a:prstGeom>
          <a:ln w="190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6FA461D3-BDA0-EF48-4B51-8D83F47929A9}"/>
              </a:ext>
            </a:extLst>
          </p:cNvPr>
          <p:cNvSpPr/>
          <p:nvPr/>
        </p:nvSpPr>
        <p:spPr bwMode="gray">
          <a:xfrm rot="21198216">
            <a:off x="7674215" y="164045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965C000D-2F85-FD15-83CF-AC37CF3EE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26" y="2262640"/>
            <a:ext cx="1973925" cy="1438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9FDA3B0-A829-D30E-BC17-166458D5A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3880116"/>
            <a:ext cx="1503443" cy="1115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11DA122-9426-B7A7-483D-9D1E4EF10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914" y="3880117"/>
            <a:ext cx="1102197" cy="1115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01A4974-ECEA-49BC-F3C3-1FE35AD75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3494" y="3880116"/>
            <a:ext cx="1160824" cy="1115889"/>
          </a:xfrm>
          <a:prstGeom prst="rect">
            <a:avLst/>
          </a:prstGeom>
        </p:spPr>
      </p:pic>
      <p:sp>
        <p:nvSpPr>
          <p:cNvPr id="71" name="Right Arrow 70">
            <a:extLst>
              <a:ext uri="{FF2B5EF4-FFF2-40B4-BE49-F238E27FC236}">
                <a16:creationId xmlns:a16="http://schemas.microsoft.com/office/drawing/2014/main" id="{6E2A8691-F9E2-8E0A-D09C-4B0C3083ECB3}"/>
              </a:ext>
            </a:extLst>
          </p:cNvPr>
          <p:cNvSpPr/>
          <p:nvPr/>
        </p:nvSpPr>
        <p:spPr bwMode="gray">
          <a:xfrm>
            <a:off x="2631310" y="4222036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4DB79545-5350-6F26-F647-5BEF69E2158F}"/>
              </a:ext>
            </a:extLst>
          </p:cNvPr>
          <p:cNvSpPr/>
          <p:nvPr/>
        </p:nvSpPr>
        <p:spPr bwMode="gray">
          <a:xfrm>
            <a:off x="4550588" y="4222036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8C495D-D57A-ADFE-BA11-7FB70FA9B6C2}"/>
              </a:ext>
            </a:extLst>
          </p:cNvPr>
          <p:cNvSpPr txBox="1"/>
          <p:nvPr/>
        </p:nvSpPr>
        <p:spPr bwMode="gray">
          <a:xfrm>
            <a:off x="7008591" y="2571850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Kürzester Pfad von 0 nach 6</a:t>
            </a:r>
          </a:p>
        </p:txBody>
      </p:sp>
    </p:spTree>
    <p:extLst>
      <p:ext uri="{BB962C8B-B14F-4D97-AF65-F5344CB8AC3E}">
        <p14:creationId xmlns:p14="http://schemas.microsoft.com/office/powerpoint/2010/main" val="16717548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4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/>
      <p:bldP spid="28" grpId="0"/>
      <p:bldP spid="29" grpId="0"/>
      <p:bldP spid="31" grpId="0"/>
      <p:bldP spid="32" grpId="0"/>
      <p:bldP spid="35" grpId="0"/>
      <p:bldP spid="38" grpId="0"/>
      <p:bldP spid="39" grpId="0"/>
      <p:bldP spid="40" grpId="0"/>
      <p:bldP spid="41" grpId="0"/>
      <p:bldP spid="42" grpId="0"/>
      <p:bldP spid="43" grpId="0"/>
      <p:bldP spid="48" grpId="0"/>
      <p:bldP spid="57" grpId="0"/>
      <p:bldP spid="62" grpId="0"/>
      <p:bldP spid="71" grpId="0" animBg="1"/>
      <p:bldP spid="72" grpId="0" animBg="1"/>
      <p:bldP spid="7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62405CF-9588-8EF9-A94D-1FE76EF62EB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79512" y="1239837"/>
                <a:ext cx="6655125" cy="2054177"/>
              </a:xfrm>
            </p:spPr>
            <p:txBody>
              <a:bodyPr/>
              <a:lstStyle/>
              <a:p>
                <a:r>
                  <a:rPr lang="de-DE" b="1" dirty="0"/>
                  <a:t>Definition (Kürzeste-Pfade-Baum)</a:t>
                </a:r>
                <a:r>
                  <a:rPr lang="de-DE" dirty="0"/>
                  <a:t>: Gegeben ein gerichteter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und ein Startknoten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, finde einen azyklischen Teilgraph mit allen Knoten und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Kanten 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als Wurzel enthält und alle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erreichbaren Knoten, so dass jeder Pfad der kürzeste Pfad von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ist. </a:t>
                </a:r>
              </a:p>
              <a:p>
                <a:pPr lvl="1"/>
                <a:r>
                  <a:rPr lang="de-DE" sz="1200" dirty="0"/>
                  <a:t>Verallgemeinerung von MST auf kantengewichtet gerichtete Graphen</a:t>
                </a:r>
              </a:p>
              <a:p>
                <a:pPr lvl="1"/>
                <a:r>
                  <a:rPr lang="de-DE" sz="1200" dirty="0"/>
                  <a:t>Darstellung durch zwei Felder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62405CF-9588-8EF9-A94D-1FE76EF62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79512" y="1239837"/>
                <a:ext cx="6655125" cy="2054177"/>
              </a:xfrm>
              <a:blipFill>
                <a:blip r:embed="rId2"/>
                <a:stretch>
                  <a:fillRect t="-613" r="-57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66375EA-1FD0-DDF1-9A64-9B8F5834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Kürzeste-Pfade-Baum (</a:t>
            </a:r>
            <a:r>
              <a:rPr lang="en-US" i="1" dirty="0"/>
              <a:t>shortest-path-tree (SPT)</a:t>
            </a:r>
            <a:r>
              <a:rPr lang="de-DE" dirty="0"/>
              <a:t>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F4B934-E732-6946-8E6A-34293AF74340}"/>
              </a:ext>
            </a:extLst>
          </p:cNvPr>
          <p:cNvCxnSpPr>
            <a:cxnSpLocks/>
            <a:stCxn id="19" idx="7"/>
            <a:endCxn id="16" idx="2"/>
          </p:cNvCxnSpPr>
          <p:nvPr/>
        </p:nvCxnSpPr>
        <p:spPr bwMode="gray">
          <a:xfrm flipV="1">
            <a:off x="7060644" y="1512604"/>
            <a:ext cx="570525" cy="6982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5E3842-0368-C12F-B634-66C001C1AE67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gray">
          <a:xfrm flipV="1">
            <a:off x="7888613" y="2044275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69B01A-331E-A7BB-0CCF-8E381012DA1D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 bwMode="gray">
          <a:xfrm>
            <a:off x="7847193" y="1512604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BBB53A-2637-77E5-32C1-B188579AE22B}"/>
              </a:ext>
            </a:extLst>
          </p:cNvPr>
          <p:cNvCxnSpPr>
            <a:cxnSpLocks/>
            <a:stCxn id="19" idx="4"/>
            <a:endCxn id="21" idx="0"/>
          </p:cNvCxnSpPr>
          <p:nvPr/>
        </p:nvCxnSpPr>
        <p:spPr bwMode="gray">
          <a:xfrm flipH="1">
            <a:off x="6976714" y="1766816"/>
            <a:ext cx="7554" cy="562478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6F4724-CECD-6428-B48F-9482C1521ABA}"/>
              </a:ext>
            </a:extLst>
          </p:cNvPr>
          <p:cNvCxnSpPr>
            <a:cxnSpLocks/>
            <a:stCxn id="22" idx="1"/>
            <a:endCxn id="19" idx="6"/>
          </p:cNvCxnSpPr>
          <p:nvPr/>
        </p:nvCxnSpPr>
        <p:spPr bwMode="gray">
          <a:xfrm flipH="1" flipV="1">
            <a:off x="7092280" y="1658804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86C22D-EF55-A537-BD4A-AFD17EB331B1}"/>
              </a:ext>
            </a:extLst>
          </p:cNvPr>
          <p:cNvCxnSpPr>
            <a:cxnSpLocks/>
            <a:stCxn id="22" idx="3"/>
            <a:endCxn id="21" idx="7"/>
          </p:cNvCxnSpPr>
          <p:nvPr/>
        </p:nvCxnSpPr>
        <p:spPr bwMode="gray">
          <a:xfrm flipH="1">
            <a:off x="7053090" y="1928495"/>
            <a:ext cx="349930" cy="432435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157ED0-3F38-977C-11A6-7B10262BA6F1}"/>
              </a:ext>
            </a:extLst>
          </p:cNvPr>
          <p:cNvCxnSpPr>
            <a:cxnSpLocks/>
            <a:stCxn id="18" idx="1"/>
            <a:endCxn id="22" idx="6"/>
          </p:cNvCxnSpPr>
          <p:nvPr/>
        </p:nvCxnSpPr>
        <p:spPr bwMode="gray">
          <a:xfrm flipH="1" flipV="1">
            <a:off x="7587408" y="1852119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B8EBDD-CAAD-95B3-9587-0277258D2A9A}"/>
              </a:ext>
            </a:extLst>
          </p:cNvPr>
          <p:cNvCxnSpPr>
            <a:cxnSpLocks/>
            <a:stCxn id="17" idx="5"/>
            <a:endCxn id="20" idx="0"/>
          </p:cNvCxnSpPr>
          <p:nvPr/>
        </p:nvCxnSpPr>
        <p:spPr bwMode="gray">
          <a:xfrm>
            <a:off x="8335402" y="1675518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D0B3A-6B00-0DFC-CD04-29FD1B9895B8}"/>
              </a:ext>
            </a:extLst>
          </p:cNvPr>
          <p:cNvCxnSpPr>
            <a:cxnSpLocks/>
            <a:stCxn id="20" idx="2"/>
            <a:endCxn id="21" idx="6"/>
          </p:cNvCxnSpPr>
          <p:nvPr/>
        </p:nvCxnSpPr>
        <p:spPr bwMode="gray">
          <a:xfrm flipH="1" flipV="1">
            <a:off x="7084726" y="2437306"/>
            <a:ext cx="1704857" cy="22237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0FB6340-86DF-E5AC-3375-DEEBAC292E46}"/>
              </a:ext>
            </a:extLst>
          </p:cNvPr>
          <p:cNvSpPr/>
          <p:nvPr/>
        </p:nvSpPr>
        <p:spPr bwMode="gray">
          <a:xfrm>
            <a:off x="7631169" y="14045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452289C-7D81-6056-CF58-B33A6A01B7D2}"/>
              </a:ext>
            </a:extLst>
          </p:cNvPr>
          <p:cNvSpPr/>
          <p:nvPr/>
        </p:nvSpPr>
        <p:spPr bwMode="gray">
          <a:xfrm>
            <a:off x="8151014" y="14911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7DB527-D505-364C-BEA5-04BB6686D37A}"/>
              </a:ext>
            </a:extLst>
          </p:cNvPr>
          <p:cNvSpPr/>
          <p:nvPr/>
        </p:nvSpPr>
        <p:spPr bwMode="gray">
          <a:xfrm>
            <a:off x="8164266" y="19362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F8171C-578F-EB15-8565-384C85E32672}"/>
              </a:ext>
            </a:extLst>
          </p:cNvPr>
          <p:cNvSpPr/>
          <p:nvPr/>
        </p:nvSpPr>
        <p:spPr bwMode="gray">
          <a:xfrm>
            <a:off x="6876256" y="15507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C7443F-AF95-9C61-4DD9-22C0421FD266}"/>
              </a:ext>
            </a:extLst>
          </p:cNvPr>
          <p:cNvSpPr/>
          <p:nvPr/>
        </p:nvSpPr>
        <p:spPr bwMode="gray">
          <a:xfrm>
            <a:off x="8789583" y="235153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C499C5-A851-C7A6-69CB-6B824315F2F4}"/>
              </a:ext>
            </a:extLst>
          </p:cNvPr>
          <p:cNvSpPr/>
          <p:nvPr/>
        </p:nvSpPr>
        <p:spPr bwMode="gray">
          <a:xfrm>
            <a:off x="7371384" y="1744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AB6841-6AB2-D853-6EB7-E272FC18F0B3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 bwMode="gray">
          <a:xfrm>
            <a:off x="8348654" y="2120651"/>
            <a:ext cx="472565" cy="262516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526758-405C-44D3-52A4-580B1D8F5292}"/>
              </a:ext>
            </a:extLst>
          </p:cNvPr>
          <p:cNvCxnSpPr>
            <a:cxnSpLocks/>
            <a:stCxn id="15" idx="5"/>
            <a:endCxn id="20" idx="2"/>
          </p:cNvCxnSpPr>
          <p:nvPr/>
        </p:nvCxnSpPr>
        <p:spPr bwMode="gray">
          <a:xfrm>
            <a:off x="7856977" y="2231004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528C6-7670-6CC9-74CF-9ED16AA96A1E}"/>
              </a:ext>
            </a:extLst>
          </p:cNvPr>
          <p:cNvSpPr/>
          <p:nvPr/>
        </p:nvSpPr>
        <p:spPr bwMode="gray">
          <a:xfrm rot="16200000">
            <a:off x="6756852" y="204517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BFA2E5-3B3D-6D59-16A2-6C99926222C9}"/>
              </a:ext>
            </a:extLst>
          </p:cNvPr>
          <p:cNvSpPr/>
          <p:nvPr/>
        </p:nvSpPr>
        <p:spPr bwMode="gray">
          <a:xfrm rot="18496486">
            <a:off x="7056205" y="20559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ABDC4F-5347-19D1-880E-D6D487FE5082}"/>
              </a:ext>
            </a:extLst>
          </p:cNvPr>
          <p:cNvSpPr/>
          <p:nvPr/>
        </p:nvSpPr>
        <p:spPr bwMode="gray">
          <a:xfrm rot="1069939">
            <a:off x="7126713" y="163222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DA67C5-DEDA-7B18-66EB-82F5F13678D3}"/>
              </a:ext>
            </a:extLst>
          </p:cNvPr>
          <p:cNvSpPr/>
          <p:nvPr/>
        </p:nvSpPr>
        <p:spPr bwMode="gray">
          <a:xfrm rot="21114557">
            <a:off x="7165675" y="143525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59D60-FED4-950E-28AF-BF4E32EBEEB2}"/>
              </a:ext>
            </a:extLst>
          </p:cNvPr>
          <p:cNvSpPr/>
          <p:nvPr/>
        </p:nvSpPr>
        <p:spPr bwMode="gray">
          <a:xfrm rot="20404253">
            <a:off x="7280616" y="223111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B5CC2D-0AAD-D576-1067-08A329CFEC38}"/>
              </a:ext>
            </a:extLst>
          </p:cNvPr>
          <p:cNvSpPr/>
          <p:nvPr/>
        </p:nvSpPr>
        <p:spPr bwMode="gray">
          <a:xfrm rot="20404253">
            <a:off x="7857435" y="199780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077FC0-3ABE-19C8-5B4E-A33AC202121F}"/>
              </a:ext>
            </a:extLst>
          </p:cNvPr>
          <p:cNvSpPr/>
          <p:nvPr/>
        </p:nvSpPr>
        <p:spPr bwMode="gray">
          <a:xfrm rot="836560">
            <a:off x="7842113" y="14577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9DB09D-C6AC-8BBB-C062-B6EBFE19B831}"/>
              </a:ext>
            </a:extLst>
          </p:cNvPr>
          <p:cNvSpPr/>
          <p:nvPr/>
        </p:nvSpPr>
        <p:spPr bwMode="gray">
          <a:xfrm rot="463785">
            <a:off x="7675148" y="18069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C65868-36C9-FF09-1237-9BA12CB539FC}"/>
              </a:ext>
            </a:extLst>
          </p:cNvPr>
          <p:cNvSpPr/>
          <p:nvPr/>
        </p:nvSpPr>
        <p:spPr bwMode="gray">
          <a:xfrm rot="1513090">
            <a:off x="8433275" y="214850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BD3C54-EE1C-30BC-DBCF-34D207977859}"/>
              </a:ext>
            </a:extLst>
          </p:cNvPr>
          <p:cNvSpPr/>
          <p:nvPr/>
        </p:nvSpPr>
        <p:spPr bwMode="gray">
          <a:xfrm rot="3170706">
            <a:off x="8513036" y="19325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46AB44-0955-DDD6-4445-68614260D912}"/>
              </a:ext>
            </a:extLst>
          </p:cNvPr>
          <p:cNvSpPr/>
          <p:nvPr/>
        </p:nvSpPr>
        <p:spPr bwMode="gray">
          <a:xfrm rot="670477">
            <a:off x="8103770" y="223393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802CF0-4553-6D8B-6F14-2B39EA265720}"/>
              </a:ext>
            </a:extLst>
          </p:cNvPr>
          <p:cNvSpPr/>
          <p:nvPr/>
        </p:nvSpPr>
        <p:spPr bwMode="gray">
          <a:xfrm>
            <a:off x="7692983" y="236964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27B4AC1-EE48-8AAC-9886-F5F7F0BC86E3}"/>
              </a:ext>
            </a:extLst>
          </p:cNvPr>
          <p:cNvCxnSpPr>
            <a:cxnSpLocks/>
            <a:stCxn id="19" idx="5"/>
            <a:endCxn id="21" idx="7"/>
          </p:cNvCxnSpPr>
          <p:nvPr/>
        </p:nvCxnSpPr>
        <p:spPr bwMode="gray">
          <a:xfrm flipH="1">
            <a:off x="7053090" y="1735180"/>
            <a:ext cx="7554" cy="625750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2F12D58-FA3B-D883-0D2E-494F46B0E3BC}"/>
              </a:ext>
            </a:extLst>
          </p:cNvPr>
          <p:cNvSpPr/>
          <p:nvPr/>
        </p:nvSpPr>
        <p:spPr bwMode="gray">
          <a:xfrm rot="16200000">
            <a:off x="6955680" y="19498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BC8C2C-6D4E-1EB9-90BE-1FED918B4FEE}"/>
              </a:ext>
            </a:extLst>
          </p:cNvPr>
          <p:cNvCxnSpPr>
            <a:cxnSpLocks/>
            <a:stCxn id="22" idx="2"/>
            <a:endCxn id="19" idx="5"/>
          </p:cNvCxnSpPr>
          <p:nvPr/>
        </p:nvCxnSpPr>
        <p:spPr bwMode="gray">
          <a:xfrm flipH="1" flipV="1">
            <a:off x="7060644" y="1735180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C6296D9-E92F-ED2E-2FF8-5FAB35D522BD}"/>
              </a:ext>
            </a:extLst>
          </p:cNvPr>
          <p:cNvSpPr/>
          <p:nvPr/>
        </p:nvSpPr>
        <p:spPr bwMode="gray">
          <a:xfrm rot="1069939">
            <a:off x="7069204" y="18035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BFFDB0-147C-8100-82D6-26B23648589B}"/>
              </a:ext>
            </a:extLst>
          </p:cNvPr>
          <p:cNvCxnSpPr>
            <a:cxnSpLocks/>
            <a:stCxn id="22" idx="7"/>
            <a:endCxn id="17" idx="3"/>
          </p:cNvCxnSpPr>
          <p:nvPr/>
        </p:nvCxnSpPr>
        <p:spPr bwMode="gray">
          <a:xfrm flipV="1">
            <a:off x="7555772" y="1675518"/>
            <a:ext cx="626878" cy="10022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1027998-7B39-DD18-C3F4-31664BEE8301}"/>
              </a:ext>
            </a:extLst>
          </p:cNvPr>
          <p:cNvSpPr/>
          <p:nvPr/>
        </p:nvSpPr>
        <p:spPr bwMode="gray">
          <a:xfrm rot="21198216">
            <a:off x="7674215" y="164045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F06FD23-75FE-873C-97CA-F2D739A00376}"/>
                  </a:ext>
                </a:extLst>
              </p:cNvPr>
              <p:cNvSpPr/>
              <p:nvPr/>
            </p:nvSpPr>
            <p:spPr bwMode="gray">
              <a:xfrm>
                <a:off x="5309615" y="2764544"/>
                <a:ext cx="144016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F06FD23-75FE-873C-97CA-F2D739A00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09615" y="2764544"/>
                <a:ext cx="144016" cy="144016"/>
              </a:xfrm>
              <a:prstGeom prst="rect">
                <a:avLst/>
              </a:prstGeom>
              <a:blipFill>
                <a:blip r:embed="rId3"/>
                <a:stretch>
                  <a:fillRect l="-833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CE0C2E3-F5DE-0B0E-7792-E34B20FB10F0}"/>
                  </a:ext>
                </a:extLst>
              </p:cNvPr>
              <p:cNvSpPr/>
              <p:nvPr/>
            </p:nvSpPr>
            <p:spPr bwMode="gray">
              <a:xfrm>
                <a:off x="5309615" y="2908560"/>
                <a:ext cx="144016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1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CE0C2E3-F5DE-0B0E-7792-E34B20FB1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09615" y="2908560"/>
                <a:ext cx="144016" cy="144016"/>
              </a:xfrm>
              <a:prstGeom prst="rect">
                <a:avLst/>
              </a:prstGeom>
              <a:blipFill>
                <a:blip r:embed="rId4"/>
                <a:stretch>
                  <a:fillRect l="-833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C7A19AEE-A1C9-8570-9C57-76EAB5A1CE44}"/>
              </a:ext>
            </a:extLst>
          </p:cNvPr>
          <p:cNvSpPr/>
          <p:nvPr/>
        </p:nvSpPr>
        <p:spPr bwMode="gray">
          <a:xfrm>
            <a:off x="5309615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F6DB7-7B1C-016D-2504-3BD8B7EAC9F9}"/>
              </a:ext>
            </a:extLst>
          </p:cNvPr>
          <p:cNvSpPr/>
          <p:nvPr/>
        </p:nvSpPr>
        <p:spPr bwMode="gray">
          <a:xfrm>
            <a:off x="5309615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EC6877-D6C1-A458-F314-5B9A1E82E8D9}"/>
              </a:ext>
            </a:extLst>
          </p:cNvPr>
          <p:cNvSpPr/>
          <p:nvPr/>
        </p:nvSpPr>
        <p:spPr bwMode="gray">
          <a:xfrm>
            <a:off x="5309615" y="333768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C5E586B-B6E0-9E61-5B3C-F8DBC533EE91}"/>
              </a:ext>
            </a:extLst>
          </p:cNvPr>
          <p:cNvSpPr/>
          <p:nvPr/>
        </p:nvSpPr>
        <p:spPr bwMode="gray">
          <a:xfrm>
            <a:off x="5309615" y="348170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00B42C5-821D-11E5-76EF-C9C73797249C}"/>
              </a:ext>
            </a:extLst>
          </p:cNvPr>
          <p:cNvSpPr/>
          <p:nvPr/>
        </p:nvSpPr>
        <p:spPr bwMode="gray">
          <a:xfrm>
            <a:off x="5309615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CF2EFF6-EB52-5E62-24D4-35007B0EF435}"/>
              </a:ext>
            </a:extLst>
          </p:cNvPr>
          <p:cNvSpPr/>
          <p:nvPr/>
        </p:nvSpPr>
        <p:spPr bwMode="gray">
          <a:xfrm>
            <a:off x="5309615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CA1A061-E550-7A90-DA9B-AAA2B5081A81}"/>
              </a:ext>
            </a:extLst>
          </p:cNvPr>
          <p:cNvSpPr/>
          <p:nvPr/>
        </p:nvSpPr>
        <p:spPr bwMode="gray">
          <a:xfrm>
            <a:off x="5309615" y="254852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E7CE67F-FF6A-C70E-D99D-1A42C48D8262}"/>
              </a:ext>
            </a:extLst>
          </p:cNvPr>
          <p:cNvSpPr/>
          <p:nvPr/>
        </p:nvSpPr>
        <p:spPr bwMode="gray">
          <a:xfrm>
            <a:off x="5590632" y="2764544"/>
            <a:ext cx="324000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68EF670-E2C7-DA51-B029-7ADD8FE6FA39}"/>
                  </a:ext>
                </a:extLst>
              </p:cNvPr>
              <p:cNvSpPr/>
              <p:nvPr/>
            </p:nvSpPr>
            <p:spPr bwMode="gray">
              <a:xfrm>
                <a:off x="5590632" y="2908560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5→1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68EF670-E2C7-DA51-B029-7ADD8FE6F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2908560"/>
                <a:ext cx="324000" cy="144016"/>
              </a:xfrm>
              <a:prstGeom prst="rect">
                <a:avLst/>
              </a:prstGeom>
              <a:blipFill>
                <a:blip r:embed="rId5"/>
                <a:stretch>
                  <a:fillRect l="-7692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ADBC722-FE3D-2375-09C2-724DE38B4B9B}"/>
                  </a:ext>
                </a:extLst>
              </p:cNvPr>
              <p:cNvSpPr/>
              <p:nvPr/>
            </p:nvSpPr>
            <p:spPr bwMode="gray">
              <a:xfrm>
                <a:off x="5590632" y="3052576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ADBC722-FE3D-2375-09C2-724DE38B4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052576"/>
                <a:ext cx="324000" cy="144016"/>
              </a:xfrm>
              <a:prstGeom prst="rect">
                <a:avLst/>
              </a:prstGeom>
              <a:blipFill>
                <a:blip r:embed="rId6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F8C37C6-2102-1724-4F62-EF221F8E20E2}"/>
                  </a:ext>
                </a:extLst>
              </p:cNvPr>
              <p:cNvSpPr/>
              <p:nvPr/>
            </p:nvSpPr>
            <p:spPr bwMode="gray">
              <a:xfrm>
                <a:off x="5590632" y="3196592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7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F8C37C6-2102-1724-4F62-EF221F8E2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196592"/>
                <a:ext cx="324000" cy="144016"/>
              </a:xfrm>
              <a:prstGeom prst="rect">
                <a:avLst/>
              </a:prstGeom>
              <a:blipFill>
                <a:blip r:embed="rId7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C2F0C0E-874C-B9C4-44E5-3F98FC559A90}"/>
                  </a:ext>
                </a:extLst>
              </p:cNvPr>
              <p:cNvSpPr/>
              <p:nvPr/>
            </p:nvSpPr>
            <p:spPr bwMode="gray">
              <a:xfrm>
                <a:off x="5590632" y="3337689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4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C2F0C0E-874C-B9C4-44E5-3F98FC559A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337689"/>
                <a:ext cx="324000" cy="144016"/>
              </a:xfrm>
              <a:prstGeom prst="rect">
                <a:avLst/>
              </a:prstGeom>
              <a:blipFill>
                <a:blip r:embed="rId8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074D313-F65A-8D9E-ED9D-CDDFC831D3FB}"/>
                  </a:ext>
                </a:extLst>
              </p:cNvPr>
              <p:cNvSpPr/>
              <p:nvPr/>
            </p:nvSpPr>
            <p:spPr bwMode="gray">
              <a:xfrm>
                <a:off x="5590632" y="3481705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5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074D313-F65A-8D9E-ED9D-CDDFC831D3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481705"/>
                <a:ext cx="324000" cy="144016"/>
              </a:xfrm>
              <a:prstGeom prst="rect">
                <a:avLst/>
              </a:prstGeom>
              <a:blipFill>
                <a:blip r:embed="rId9"/>
                <a:stretch>
                  <a:fillRect l="-3846" t="-833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6530E3D-CA39-E9A2-2C71-46462B0C44AB}"/>
                  </a:ext>
                </a:extLst>
              </p:cNvPr>
              <p:cNvSpPr/>
              <p:nvPr/>
            </p:nvSpPr>
            <p:spPr bwMode="gray">
              <a:xfrm>
                <a:off x="5590632" y="3625721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6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6530E3D-CA39-E9A2-2C71-46462B0C4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625721"/>
                <a:ext cx="324000" cy="144016"/>
              </a:xfrm>
              <a:prstGeom prst="rect">
                <a:avLst/>
              </a:prstGeom>
              <a:blipFill>
                <a:blip r:embed="rId10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CCBFEF6-9E0F-5746-658D-415ADAA31D4C}"/>
                  </a:ext>
                </a:extLst>
              </p:cNvPr>
              <p:cNvSpPr/>
              <p:nvPr/>
            </p:nvSpPr>
            <p:spPr bwMode="gray">
              <a:xfrm>
                <a:off x="5590632" y="3769737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7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CCBFEF6-9E0F-5746-658D-415ADAA31D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769737"/>
                <a:ext cx="324000" cy="144016"/>
              </a:xfrm>
              <a:prstGeom prst="rect">
                <a:avLst/>
              </a:prstGeom>
              <a:blipFill>
                <a:blip r:embed="rId11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B50EC98C-CDD3-6D4B-F607-CCE699455A6A}"/>
              </a:ext>
            </a:extLst>
          </p:cNvPr>
          <p:cNvSpPr/>
          <p:nvPr/>
        </p:nvSpPr>
        <p:spPr bwMode="gray">
          <a:xfrm>
            <a:off x="5513368" y="2548520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dge_to[]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894D3D1-14F0-33A0-4FB5-8A5F6394527A}"/>
              </a:ext>
            </a:extLst>
          </p:cNvPr>
          <p:cNvCxnSpPr>
            <a:cxnSpLocks/>
          </p:cNvCxnSpPr>
          <p:nvPr/>
        </p:nvCxnSpPr>
        <p:spPr bwMode="gray">
          <a:xfrm>
            <a:off x="5513368" y="2499742"/>
            <a:ext cx="0" cy="141401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1CB06AA-E104-18EB-2DF6-22F102057A2D}"/>
              </a:ext>
            </a:extLst>
          </p:cNvPr>
          <p:cNvCxnSpPr>
            <a:cxnSpLocks/>
          </p:cNvCxnSpPr>
          <p:nvPr/>
        </p:nvCxnSpPr>
        <p:spPr bwMode="gray">
          <a:xfrm>
            <a:off x="5158584" y="2715766"/>
            <a:ext cx="142964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E6400-7C3F-D2A7-065A-8B4B5E5325D4}"/>
              </a:ext>
            </a:extLst>
          </p:cNvPr>
          <p:cNvSpPr/>
          <p:nvPr/>
        </p:nvSpPr>
        <p:spPr bwMode="gray">
          <a:xfrm>
            <a:off x="6111297" y="2764544"/>
            <a:ext cx="288000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B628C25-DD49-6FD2-4D81-2245FF9A8653}"/>
                  </a:ext>
                </a:extLst>
              </p:cNvPr>
              <p:cNvSpPr/>
              <p:nvPr/>
            </p:nvSpPr>
            <p:spPr bwMode="gray">
              <a:xfrm>
                <a:off x="6111297" y="2908560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1.05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B628C25-DD49-6FD2-4D81-2245FF9A8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2908560"/>
                <a:ext cx="288000" cy="1440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E2B9369-5A2D-538C-A7B6-C11F4A07BD6F}"/>
                  </a:ext>
                </a:extLst>
              </p:cNvPr>
              <p:cNvSpPr/>
              <p:nvPr/>
            </p:nvSpPr>
            <p:spPr bwMode="gray">
              <a:xfrm>
                <a:off x="6111297" y="3052576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0.26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E2B9369-5A2D-538C-A7B6-C11F4A07B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052576"/>
                <a:ext cx="288000" cy="14401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4E384AC-10FA-6444-DC52-51CD0DF18B56}"/>
                  </a:ext>
                </a:extLst>
              </p:cNvPr>
              <p:cNvSpPr/>
              <p:nvPr/>
            </p:nvSpPr>
            <p:spPr bwMode="gray">
              <a:xfrm>
                <a:off x="6111297" y="3196592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0.99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4E384AC-10FA-6444-DC52-51CD0DF18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196592"/>
                <a:ext cx="288000" cy="14401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077F4AD-D1E9-1E44-232A-126AC366631A}"/>
                  </a:ext>
                </a:extLst>
              </p:cNvPr>
              <p:cNvSpPr/>
              <p:nvPr/>
            </p:nvSpPr>
            <p:spPr bwMode="gray">
              <a:xfrm>
                <a:off x="6111297" y="3337689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0.38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077F4AD-D1E9-1E44-232A-126AC3666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337689"/>
                <a:ext cx="288000" cy="1440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9BFA03F-B818-2C87-B5B8-0B90195337EC}"/>
                  </a:ext>
                </a:extLst>
              </p:cNvPr>
              <p:cNvSpPr/>
              <p:nvPr/>
            </p:nvSpPr>
            <p:spPr bwMode="gray">
              <a:xfrm>
                <a:off x="6111297" y="3481705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0.73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9BFA03F-B818-2C87-B5B8-0B9019533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481705"/>
                <a:ext cx="288000" cy="1440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3975A30-EACF-DFB7-B71A-12C8B08A8783}"/>
                  </a:ext>
                </a:extLst>
              </p:cNvPr>
              <p:cNvSpPr/>
              <p:nvPr/>
            </p:nvSpPr>
            <p:spPr bwMode="gray">
              <a:xfrm>
                <a:off x="6111297" y="3625721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1.51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3975A30-EACF-DFB7-B71A-12C8B08A8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625721"/>
                <a:ext cx="288000" cy="14401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35C333B-E56B-601B-9548-5F19A6375F87}"/>
                  </a:ext>
                </a:extLst>
              </p:cNvPr>
              <p:cNvSpPr/>
              <p:nvPr/>
            </p:nvSpPr>
            <p:spPr bwMode="gray">
              <a:xfrm>
                <a:off x="6111297" y="3769737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0.60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35C333B-E56B-601B-9548-5F19A6375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769737"/>
                <a:ext cx="288000" cy="14401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angle 86">
            <a:extLst>
              <a:ext uri="{FF2B5EF4-FFF2-40B4-BE49-F238E27FC236}">
                <a16:creationId xmlns:a16="http://schemas.microsoft.com/office/drawing/2014/main" id="{4F6B55FA-2C68-BCB9-638A-D66571FB827E}"/>
              </a:ext>
            </a:extLst>
          </p:cNvPr>
          <p:cNvSpPr/>
          <p:nvPr/>
        </p:nvSpPr>
        <p:spPr bwMode="gray">
          <a:xfrm>
            <a:off x="6084168" y="2548520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dist_to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28D7A30-9D07-66BF-DA45-E138B7F8DBB4}"/>
              </a:ext>
            </a:extLst>
          </p:cNvPr>
          <p:cNvCxnSpPr>
            <a:cxnSpLocks/>
          </p:cNvCxnSpPr>
          <p:nvPr/>
        </p:nvCxnSpPr>
        <p:spPr bwMode="gray">
          <a:xfrm>
            <a:off x="6084168" y="2499742"/>
            <a:ext cx="0" cy="141401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1308DB1F-535C-7CCC-08B0-48817C8D959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3865" y="2715766"/>
            <a:ext cx="3708704" cy="11083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89FCA56B-AE7B-EFE0-CB10-BB7A5B5A18E9}"/>
              </a:ext>
            </a:extLst>
          </p:cNvPr>
          <p:cNvSpPr txBox="1"/>
          <p:nvPr/>
        </p:nvSpPr>
        <p:spPr bwMode="gray">
          <a:xfrm>
            <a:off x="7008591" y="2571850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Kürzeste-Pfade-Baum von 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60CE7D-BC8B-E30D-55B7-1345AE2E501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52149" y="3913753"/>
            <a:ext cx="3488015" cy="112926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D00454-26B0-35CE-728E-C622FBD54CC7}"/>
              </a:ext>
            </a:extLst>
          </p:cNvPr>
          <p:cNvCxnSpPr>
            <a:cxnSpLocks/>
            <a:stCxn id="15" idx="3"/>
            <a:endCxn id="21" idx="6"/>
          </p:cNvCxnSpPr>
          <p:nvPr/>
        </p:nvCxnSpPr>
        <p:spPr bwMode="gray">
          <a:xfrm flipH="1">
            <a:off x="7084726" y="2231004"/>
            <a:ext cx="619499" cy="20630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4F0BCBD-D30A-08C3-D897-F910B2E45F92}"/>
              </a:ext>
            </a:extLst>
          </p:cNvPr>
          <p:cNvSpPr/>
          <p:nvPr/>
        </p:nvSpPr>
        <p:spPr bwMode="gray">
          <a:xfrm>
            <a:off x="7672589" y="2046616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D06A487-2084-E09D-BC16-6173BAACE4C9}"/>
              </a:ext>
            </a:extLst>
          </p:cNvPr>
          <p:cNvSpPr/>
          <p:nvPr/>
        </p:nvSpPr>
        <p:spPr bwMode="gray">
          <a:xfrm>
            <a:off x="6868702" y="232929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84502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1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71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7" grpId="0"/>
      <p:bldP spid="96" grpId="0"/>
      <p:bldP spid="15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8DAF90-2C74-72F8-2C11-5954D302A4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563500"/>
              </a:xfrm>
            </p:spPr>
            <p:txBody>
              <a:bodyPr/>
              <a:lstStyle/>
              <a:p>
                <a:r>
                  <a:rPr lang="de-DE" b="1" dirty="0"/>
                  <a:t>Idee</a:t>
                </a:r>
                <a:r>
                  <a:rPr lang="de-DE" dirty="0"/>
                  <a:t>: Betrachte die Kante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b="1" dirty="0"/>
                  <a:t> </a:t>
                </a:r>
                <a:r>
                  <a:rPr lang="de-DE" dirty="0"/>
                  <a:t>(in Mengenschreibweise: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)</a:t>
                </a:r>
              </a:p>
              <a:p>
                <a:pPr lvl="1"/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dist_to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[v]</a:t>
                </a:r>
                <a:r>
                  <a:rPr lang="de-DE" sz="1200" dirty="0"/>
                  <a:t> ist die Länge des kürzesten bekannten Pfads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dist_to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lang="de-DE" sz="1200" dirty="0"/>
                  <a:t> ist die Länge des kürzesten bekannten Pfads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edge_to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lang="de-DE" sz="1200" dirty="0"/>
                  <a:t> ist die letzte Kante im kürzesten bekannten Pfads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Wenn der Pfad von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sz="1200" dirty="0"/>
                  <a:t> durch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kürzer ist, als der momentane Pfad, passe 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dist_to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lang="de-DE" sz="1200" dirty="0"/>
                  <a:t> und 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edge_to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lang="de-DE" sz="1200" dirty="0"/>
                  <a:t> an</a:t>
                </a:r>
              </a:p>
              <a:p>
                <a:pPr lvl="1"/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8DAF90-2C74-72F8-2C11-5954D302A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563500"/>
              </a:xfrm>
              <a:blipFill>
                <a:blip r:embed="rId2"/>
                <a:stretch>
                  <a:fillRect t="-806" b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7A89138-F219-79F2-2E02-BEDE86D0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Kantenrelaxation (</a:t>
            </a:r>
            <a:r>
              <a:rPr lang="en-US" i="1" dirty="0"/>
              <a:t>edge relaxation</a:t>
            </a:r>
            <a:r>
              <a:rPr lang="de-DE" dirty="0"/>
              <a:t>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7DA658-47A3-62EA-BD6E-C76818769096}"/>
              </a:ext>
            </a:extLst>
          </p:cNvPr>
          <p:cNvCxnSpPr>
            <a:cxnSpLocks/>
            <a:stCxn id="16" idx="7"/>
            <a:endCxn id="13" idx="2"/>
          </p:cNvCxnSpPr>
          <p:nvPr/>
        </p:nvCxnSpPr>
        <p:spPr bwMode="gray">
          <a:xfrm flipV="1">
            <a:off x="7060644" y="1512604"/>
            <a:ext cx="570525" cy="6982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45A400-D650-2267-EE5C-A1FFE26FEAB7}"/>
              </a:ext>
            </a:extLst>
          </p:cNvPr>
          <p:cNvCxnSpPr>
            <a:cxnSpLocks/>
            <a:stCxn id="41" idx="6"/>
            <a:endCxn id="15" idx="2"/>
          </p:cNvCxnSpPr>
          <p:nvPr/>
        </p:nvCxnSpPr>
        <p:spPr bwMode="gray">
          <a:xfrm flipV="1">
            <a:off x="7888613" y="2044275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5C15AC-2430-8C2D-A433-8E866C1B4DDF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 bwMode="gray">
          <a:xfrm>
            <a:off x="7847193" y="1512604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845D4B-361E-1D0E-87D6-BBBD1D31A27C}"/>
              </a:ext>
            </a:extLst>
          </p:cNvPr>
          <p:cNvCxnSpPr>
            <a:cxnSpLocks/>
            <a:stCxn id="16" idx="4"/>
            <a:endCxn id="42" idx="0"/>
          </p:cNvCxnSpPr>
          <p:nvPr/>
        </p:nvCxnSpPr>
        <p:spPr bwMode="gray">
          <a:xfrm flipH="1">
            <a:off x="6976714" y="1766816"/>
            <a:ext cx="7554" cy="562478"/>
          </a:xfrm>
          <a:prstGeom prst="line">
            <a:avLst/>
          </a:prstGeom>
          <a:ln w="1905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D44DC2-7E2A-0614-9AE7-0D873AE2209F}"/>
              </a:ext>
            </a:extLst>
          </p:cNvPr>
          <p:cNvCxnSpPr>
            <a:cxnSpLocks/>
            <a:stCxn id="18" idx="1"/>
            <a:endCxn id="16" idx="6"/>
          </p:cNvCxnSpPr>
          <p:nvPr/>
        </p:nvCxnSpPr>
        <p:spPr bwMode="gray">
          <a:xfrm flipH="1" flipV="1">
            <a:off x="7092280" y="1658804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56991C-9F1B-B3F7-D825-FFC432C80713}"/>
              </a:ext>
            </a:extLst>
          </p:cNvPr>
          <p:cNvCxnSpPr>
            <a:cxnSpLocks/>
            <a:stCxn id="18" idx="3"/>
            <a:endCxn id="42" idx="7"/>
          </p:cNvCxnSpPr>
          <p:nvPr/>
        </p:nvCxnSpPr>
        <p:spPr bwMode="gray">
          <a:xfrm flipH="1">
            <a:off x="7053090" y="1928495"/>
            <a:ext cx="349930" cy="432435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AEC818-7BF6-A765-AA69-34792D6A6076}"/>
              </a:ext>
            </a:extLst>
          </p:cNvPr>
          <p:cNvCxnSpPr>
            <a:cxnSpLocks/>
            <a:stCxn id="15" idx="1"/>
            <a:endCxn id="18" idx="6"/>
          </p:cNvCxnSpPr>
          <p:nvPr/>
        </p:nvCxnSpPr>
        <p:spPr bwMode="gray">
          <a:xfrm flipH="1" flipV="1">
            <a:off x="7587408" y="1852119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CE4B78-F58B-9D25-73CC-3EE407F2147C}"/>
              </a:ext>
            </a:extLst>
          </p:cNvPr>
          <p:cNvCxnSpPr>
            <a:cxnSpLocks/>
            <a:stCxn id="14" idx="5"/>
            <a:endCxn id="17" idx="0"/>
          </p:cNvCxnSpPr>
          <p:nvPr/>
        </p:nvCxnSpPr>
        <p:spPr bwMode="gray">
          <a:xfrm>
            <a:off x="8335402" y="1675518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A92CA1-DFF2-365C-5884-ACCDAADE5002}"/>
              </a:ext>
            </a:extLst>
          </p:cNvPr>
          <p:cNvCxnSpPr>
            <a:cxnSpLocks/>
            <a:stCxn id="17" idx="2"/>
            <a:endCxn id="42" idx="6"/>
          </p:cNvCxnSpPr>
          <p:nvPr/>
        </p:nvCxnSpPr>
        <p:spPr bwMode="gray">
          <a:xfrm flipH="1" flipV="1">
            <a:off x="7084726" y="2437306"/>
            <a:ext cx="1704857" cy="22237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976C7DAB-1F15-02C2-89B4-0BD21CA427C5}"/>
              </a:ext>
            </a:extLst>
          </p:cNvPr>
          <p:cNvSpPr/>
          <p:nvPr/>
        </p:nvSpPr>
        <p:spPr bwMode="gray">
          <a:xfrm>
            <a:off x="7631169" y="14045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EB48C26-5014-298D-9C95-343416BC3534}"/>
              </a:ext>
            </a:extLst>
          </p:cNvPr>
          <p:cNvSpPr/>
          <p:nvPr/>
        </p:nvSpPr>
        <p:spPr bwMode="gray">
          <a:xfrm>
            <a:off x="8151014" y="14911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0CAD2E-5CF4-850F-263E-3B5DE86BE876}"/>
              </a:ext>
            </a:extLst>
          </p:cNvPr>
          <p:cNvSpPr/>
          <p:nvPr/>
        </p:nvSpPr>
        <p:spPr bwMode="gray">
          <a:xfrm>
            <a:off x="8164266" y="19362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94359D8-2134-8AAE-871A-380FD6A360DE}"/>
              </a:ext>
            </a:extLst>
          </p:cNvPr>
          <p:cNvSpPr/>
          <p:nvPr/>
        </p:nvSpPr>
        <p:spPr bwMode="gray">
          <a:xfrm>
            <a:off x="6876256" y="15507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ED3A38-0999-3C7B-B978-9D5D73E04D68}"/>
              </a:ext>
            </a:extLst>
          </p:cNvPr>
          <p:cNvSpPr/>
          <p:nvPr/>
        </p:nvSpPr>
        <p:spPr bwMode="gray">
          <a:xfrm>
            <a:off x="8789583" y="235153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C60D69-FE1C-47B2-D3B1-C71D577E04C3}"/>
              </a:ext>
            </a:extLst>
          </p:cNvPr>
          <p:cNvSpPr/>
          <p:nvPr/>
        </p:nvSpPr>
        <p:spPr bwMode="gray">
          <a:xfrm>
            <a:off x="7371384" y="1744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12E8A0-31E8-51AE-C06A-E64F376AC0C8}"/>
              </a:ext>
            </a:extLst>
          </p:cNvPr>
          <p:cNvCxnSpPr>
            <a:cxnSpLocks/>
            <a:stCxn id="15" idx="5"/>
            <a:endCxn id="17" idx="1"/>
          </p:cNvCxnSpPr>
          <p:nvPr/>
        </p:nvCxnSpPr>
        <p:spPr bwMode="gray">
          <a:xfrm>
            <a:off x="8348654" y="2120651"/>
            <a:ext cx="472565" cy="262516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5E2DEA-3A9E-94EF-AA12-7CC9E009E561}"/>
              </a:ext>
            </a:extLst>
          </p:cNvPr>
          <p:cNvCxnSpPr>
            <a:cxnSpLocks/>
            <a:stCxn id="41" idx="5"/>
            <a:endCxn id="17" idx="2"/>
          </p:cNvCxnSpPr>
          <p:nvPr/>
        </p:nvCxnSpPr>
        <p:spPr bwMode="gray">
          <a:xfrm>
            <a:off x="7856977" y="2231004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8EE559C-E04A-58C6-0FE0-3C60C315F711}"/>
              </a:ext>
            </a:extLst>
          </p:cNvPr>
          <p:cNvSpPr/>
          <p:nvPr/>
        </p:nvSpPr>
        <p:spPr bwMode="gray">
          <a:xfrm rot="16200000">
            <a:off x="6756852" y="204517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2485CE-BECA-5F38-86DD-E09DB0036960}"/>
              </a:ext>
            </a:extLst>
          </p:cNvPr>
          <p:cNvSpPr/>
          <p:nvPr/>
        </p:nvSpPr>
        <p:spPr bwMode="gray">
          <a:xfrm rot="18496486">
            <a:off x="7056205" y="20559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52E519-1E49-0398-6712-DA7B8F04AE94}"/>
              </a:ext>
            </a:extLst>
          </p:cNvPr>
          <p:cNvSpPr/>
          <p:nvPr/>
        </p:nvSpPr>
        <p:spPr bwMode="gray">
          <a:xfrm rot="1069939">
            <a:off x="7126713" y="163222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9A1902-0D74-78B1-7BCF-5F77785B4450}"/>
              </a:ext>
            </a:extLst>
          </p:cNvPr>
          <p:cNvSpPr/>
          <p:nvPr/>
        </p:nvSpPr>
        <p:spPr bwMode="gray">
          <a:xfrm rot="21114557">
            <a:off x="7165675" y="143525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932B98-DFA9-9F4B-BA65-6336E76FBFA2}"/>
              </a:ext>
            </a:extLst>
          </p:cNvPr>
          <p:cNvSpPr/>
          <p:nvPr/>
        </p:nvSpPr>
        <p:spPr bwMode="gray">
          <a:xfrm rot="20404253">
            <a:off x="7280616" y="223111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F548EE-AD07-8B59-04DA-9A7BB41D311D}"/>
              </a:ext>
            </a:extLst>
          </p:cNvPr>
          <p:cNvSpPr/>
          <p:nvPr/>
        </p:nvSpPr>
        <p:spPr bwMode="gray">
          <a:xfrm rot="20404253">
            <a:off x="7857435" y="199780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A65EA2-C468-BF7A-A459-8C9E7F3C5A2E}"/>
              </a:ext>
            </a:extLst>
          </p:cNvPr>
          <p:cNvSpPr/>
          <p:nvPr/>
        </p:nvSpPr>
        <p:spPr bwMode="gray">
          <a:xfrm rot="836560">
            <a:off x="7842113" y="14577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C0B1FF-C3C8-8B9B-EB19-4D77A5EBB7B1}"/>
              </a:ext>
            </a:extLst>
          </p:cNvPr>
          <p:cNvSpPr/>
          <p:nvPr/>
        </p:nvSpPr>
        <p:spPr bwMode="gray">
          <a:xfrm rot="463785">
            <a:off x="7675148" y="18069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15B0A7-8BC3-57CE-3F72-CC3EF04F289B}"/>
              </a:ext>
            </a:extLst>
          </p:cNvPr>
          <p:cNvSpPr/>
          <p:nvPr/>
        </p:nvSpPr>
        <p:spPr bwMode="gray">
          <a:xfrm rot="1513090">
            <a:off x="8433275" y="214850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064122-D6CF-8E2A-6C2B-EBFC99984CAA}"/>
              </a:ext>
            </a:extLst>
          </p:cNvPr>
          <p:cNvSpPr/>
          <p:nvPr/>
        </p:nvSpPr>
        <p:spPr bwMode="gray">
          <a:xfrm rot="3170706">
            <a:off x="8513036" y="19325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44A739-44FE-DE49-FC51-A46508EDA8C9}"/>
              </a:ext>
            </a:extLst>
          </p:cNvPr>
          <p:cNvSpPr/>
          <p:nvPr/>
        </p:nvSpPr>
        <p:spPr bwMode="gray">
          <a:xfrm rot="670477">
            <a:off x="8103770" y="223393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843007-590C-73A3-E678-E060BFB7E71E}"/>
              </a:ext>
            </a:extLst>
          </p:cNvPr>
          <p:cNvSpPr/>
          <p:nvPr/>
        </p:nvSpPr>
        <p:spPr bwMode="gray">
          <a:xfrm>
            <a:off x="7692983" y="236964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19AA1B-B2B5-B3B6-DD2B-F617CD3F195D}"/>
              </a:ext>
            </a:extLst>
          </p:cNvPr>
          <p:cNvCxnSpPr>
            <a:cxnSpLocks/>
            <a:stCxn id="16" idx="5"/>
            <a:endCxn id="42" idx="7"/>
          </p:cNvCxnSpPr>
          <p:nvPr/>
        </p:nvCxnSpPr>
        <p:spPr bwMode="gray">
          <a:xfrm flipH="1">
            <a:off x="7053090" y="1735180"/>
            <a:ext cx="7554" cy="625750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8C6DCF3-1E85-F732-590D-8EFEB648ED11}"/>
              </a:ext>
            </a:extLst>
          </p:cNvPr>
          <p:cNvSpPr/>
          <p:nvPr/>
        </p:nvSpPr>
        <p:spPr bwMode="gray">
          <a:xfrm rot="16200000">
            <a:off x="6955680" y="19498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0D1208-E552-629F-8422-846C87347963}"/>
              </a:ext>
            </a:extLst>
          </p:cNvPr>
          <p:cNvCxnSpPr>
            <a:cxnSpLocks/>
            <a:stCxn id="18" idx="2"/>
            <a:endCxn id="16" idx="5"/>
          </p:cNvCxnSpPr>
          <p:nvPr/>
        </p:nvCxnSpPr>
        <p:spPr bwMode="gray">
          <a:xfrm flipH="1" flipV="1">
            <a:off x="7060644" y="1735180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678FF43-6057-10CC-42A0-85109AD3FF38}"/>
              </a:ext>
            </a:extLst>
          </p:cNvPr>
          <p:cNvSpPr/>
          <p:nvPr/>
        </p:nvSpPr>
        <p:spPr bwMode="gray">
          <a:xfrm rot="1069939">
            <a:off x="7069204" y="18035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9292CA-575A-2D45-483A-62EABCC82BAD}"/>
              </a:ext>
            </a:extLst>
          </p:cNvPr>
          <p:cNvCxnSpPr>
            <a:cxnSpLocks/>
            <a:stCxn id="18" idx="7"/>
            <a:endCxn id="14" idx="3"/>
          </p:cNvCxnSpPr>
          <p:nvPr/>
        </p:nvCxnSpPr>
        <p:spPr bwMode="gray">
          <a:xfrm flipV="1">
            <a:off x="7555772" y="1675518"/>
            <a:ext cx="626878" cy="10022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506F906-3E79-7DE7-DBA0-977C94943E75}"/>
              </a:ext>
            </a:extLst>
          </p:cNvPr>
          <p:cNvSpPr/>
          <p:nvPr/>
        </p:nvSpPr>
        <p:spPr bwMode="gray">
          <a:xfrm rot="21198216">
            <a:off x="7674215" y="164045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143B4E-0011-EF9A-094E-4FCAE5BADB33}"/>
              </a:ext>
            </a:extLst>
          </p:cNvPr>
          <p:cNvSpPr txBox="1"/>
          <p:nvPr/>
        </p:nvSpPr>
        <p:spPr bwMode="gray">
          <a:xfrm>
            <a:off x="7008591" y="2571850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Pfade-Baum von 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A84B7D-DA33-8399-DC90-FC647524AD2A}"/>
              </a:ext>
            </a:extLst>
          </p:cNvPr>
          <p:cNvCxnSpPr>
            <a:cxnSpLocks/>
            <a:stCxn id="41" idx="3"/>
            <a:endCxn id="42" idx="6"/>
          </p:cNvCxnSpPr>
          <p:nvPr/>
        </p:nvCxnSpPr>
        <p:spPr bwMode="gray">
          <a:xfrm flipH="1">
            <a:off x="7084726" y="2231004"/>
            <a:ext cx="619499" cy="20630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0DC6360-51F8-6029-9E3D-CEBEE245C87C}"/>
              </a:ext>
            </a:extLst>
          </p:cNvPr>
          <p:cNvSpPr/>
          <p:nvPr/>
        </p:nvSpPr>
        <p:spPr bwMode="gray">
          <a:xfrm>
            <a:off x="7672589" y="2046616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342DA38-F4A6-DF6D-AB89-47533A0D750D}"/>
              </a:ext>
            </a:extLst>
          </p:cNvPr>
          <p:cNvSpPr/>
          <p:nvPr/>
        </p:nvSpPr>
        <p:spPr bwMode="gray">
          <a:xfrm>
            <a:off x="6868702" y="232929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FBE9025-7E85-E74D-FCC8-E29FF4D6F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3007585"/>
            <a:ext cx="3024336" cy="13178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A49E4F4-01AA-5EA6-E582-B6EEE70D3EEB}"/>
              </a:ext>
            </a:extLst>
          </p:cNvPr>
          <p:cNvSpPr txBox="1"/>
          <p:nvPr/>
        </p:nvSpPr>
        <p:spPr bwMode="gray">
          <a:xfrm>
            <a:off x="6414763" y="2802422"/>
            <a:ext cx="792408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dist_to</a:t>
            </a:r>
            <a:r>
              <a:rPr lang="de-DE" sz="800" dirty="0">
                <a:solidFill>
                  <a:srgbClr val="C00000"/>
                </a:solidFill>
              </a:rPr>
              <a:t>[4] = 0.38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D0AD164-A193-A915-428E-D765818F422D}"/>
              </a:ext>
            </a:extLst>
          </p:cNvPr>
          <p:cNvCxnSpPr>
            <a:cxnSpLocks/>
            <a:stCxn id="44" idx="0"/>
            <a:endCxn id="42" idx="3"/>
          </p:cNvCxnSpPr>
          <p:nvPr/>
        </p:nvCxnSpPr>
        <p:spPr bwMode="gray">
          <a:xfrm flipV="1">
            <a:off x="6810967" y="2513682"/>
            <a:ext cx="89371" cy="2887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CDBB8A7-275A-C4EC-AC3F-1712B4DD5091}"/>
              </a:ext>
            </a:extLst>
          </p:cNvPr>
          <p:cNvSpPr txBox="1"/>
          <p:nvPr/>
        </p:nvSpPr>
        <p:spPr bwMode="gray">
          <a:xfrm>
            <a:off x="6472498" y="1096431"/>
            <a:ext cx="792408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dist_to</a:t>
            </a:r>
            <a:r>
              <a:rPr lang="de-DE" sz="800" dirty="0">
                <a:solidFill>
                  <a:srgbClr val="C00000"/>
                </a:solidFill>
              </a:rPr>
              <a:t>[5] = 0.88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2310F9A-CBFB-47C4-7362-22F1DD8824E5}"/>
              </a:ext>
            </a:extLst>
          </p:cNvPr>
          <p:cNvCxnSpPr>
            <a:cxnSpLocks/>
            <a:stCxn id="51" idx="2"/>
            <a:endCxn id="16" idx="1"/>
          </p:cNvCxnSpPr>
          <p:nvPr/>
        </p:nvCxnSpPr>
        <p:spPr bwMode="gray">
          <a:xfrm>
            <a:off x="6868702" y="1429809"/>
            <a:ext cx="39190" cy="1526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2D713E5-C4E3-0023-83FE-5F39B7219D2B}"/>
              </a:ext>
            </a:extLst>
          </p:cNvPr>
          <p:cNvSpPr txBox="1"/>
          <p:nvPr/>
        </p:nvSpPr>
        <p:spPr bwMode="gray">
          <a:xfrm>
            <a:off x="6470131" y="1094232"/>
            <a:ext cx="792408" cy="33337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dist_to</a:t>
            </a:r>
            <a:r>
              <a:rPr lang="de-DE" sz="800" dirty="0">
                <a:solidFill>
                  <a:srgbClr val="C00000"/>
                </a:solidFill>
              </a:rPr>
              <a:t>[5] = 0.73</a:t>
            </a:r>
          </a:p>
        </p:txBody>
      </p:sp>
    </p:spTree>
    <p:extLst>
      <p:ext uri="{BB962C8B-B14F-4D97-AF65-F5344CB8AC3E}">
        <p14:creationId xmlns:p14="http://schemas.microsoft.com/office/powerpoint/2010/main" val="36982025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1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62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1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1" grpId="0"/>
      <p:bldP spid="5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b="1" dirty="0"/>
              <a:t>Positive Kantengewichte: </a:t>
            </a:r>
            <a:r>
              <a:rPr lang="de-DE" b="1" dirty="0" err="1"/>
              <a:t>Dijkstra's</a:t>
            </a:r>
            <a:r>
              <a:rPr lang="de-DE" b="1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39543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B97E9D-0319-BB6F-4467-FFE6C4E6E45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701312" cy="3518077"/>
              </a:xfrm>
            </p:spPr>
            <p:txBody>
              <a:bodyPr/>
              <a:lstStyle/>
              <a:p>
                <a:r>
                  <a:rPr lang="en-DE" b="1" dirty="0"/>
                  <a:t>Idee</a:t>
                </a:r>
                <a:r>
                  <a:rPr lang="en-DE" dirty="0"/>
                  <a:t>: Baue den SPT in sukkzesiv über die Knoten auf, die am nähesten am Startknoten sind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Initialisiere alle Distanzen mit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DE" sz="1200" dirty="0"/>
                  <a:t> (außer dem Startknoten mit Distanze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DE" sz="1200" dirty="0"/>
                  <a:t>) und färbe alle Knoten grau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Beginne mit Knoten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DE" sz="1200" dirty="0"/>
                  <a:t> im SPT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Färbe den momentanen Knotens weiß und relaxiere alle Nachbarkanten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Wähle die Kante, die zum grauen Knoten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DE" sz="1200" dirty="0"/>
                  <a:t> zeigt, der am nähesten an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DE" sz="1200" dirty="0"/>
                  <a:t> ist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/>
                  <a:t>Wieherhole </a:t>
                </a:r>
                <a:r>
                  <a:rPr lang="en-DE" sz="1200" dirty="0"/>
                  <a:t>Schritt 3 &amp; 4 bis alle Knoten weiß gefärbt sind. </a:t>
                </a:r>
                <a:endParaRPr lang="en-US" dirty="0"/>
              </a:p>
              <a:p>
                <a:pPr lvl="1"/>
                <a:endParaRPr lang="en-US" b="1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B97E9D-0319-BB6F-4467-FFE6C4E6E4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701312" cy="3518077"/>
              </a:xfrm>
              <a:blipFill>
                <a:blip r:embed="rId2"/>
                <a:stretch>
                  <a:fillRect t="-360" r="-3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67F13F2-00CF-C90E-ACF3-F94749FC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Dijkstra's</a:t>
            </a:r>
            <a:r>
              <a:rPr lang="de-DE" dirty="0"/>
              <a:t> Algorithmus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FBC38B1-64B4-53AE-87F5-7E68BCA0BD2E}"/>
              </a:ext>
            </a:extLst>
          </p:cNvPr>
          <p:cNvCxnSpPr>
            <a:cxnSpLocks/>
            <a:stCxn id="58" idx="7"/>
            <a:endCxn id="55" idx="2"/>
          </p:cNvCxnSpPr>
          <p:nvPr/>
        </p:nvCxnSpPr>
        <p:spPr bwMode="gray">
          <a:xfrm flipV="1">
            <a:off x="4374906" y="1327190"/>
            <a:ext cx="376547" cy="46084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2CB40D-B487-F752-8A6E-5408B3B6BE1F}"/>
              </a:ext>
            </a:extLst>
          </p:cNvPr>
          <p:cNvCxnSpPr>
            <a:cxnSpLocks/>
            <a:stCxn id="54" idx="6"/>
            <a:endCxn id="57" idx="2"/>
          </p:cNvCxnSpPr>
          <p:nvPr/>
        </p:nvCxnSpPr>
        <p:spPr bwMode="gray">
          <a:xfrm flipV="1">
            <a:off x="4921366" y="1678093"/>
            <a:ext cx="181931" cy="72833"/>
          </a:xfrm>
          <a:prstGeom prst="line">
            <a:avLst/>
          </a:prstGeom>
          <a:ln w="19050">
            <a:solidFill>
              <a:srgbClr val="C00000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DD7C6A4-E85B-3322-6D7C-16C040649B03}"/>
              </a:ext>
            </a:extLst>
          </p:cNvPr>
          <p:cNvCxnSpPr>
            <a:cxnSpLocks/>
            <a:stCxn id="55" idx="6"/>
            <a:endCxn id="56" idx="2"/>
          </p:cNvCxnSpPr>
          <p:nvPr/>
        </p:nvCxnSpPr>
        <p:spPr bwMode="gray">
          <a:xfrm>
            <a:off x="4894029" y="1327190"/>
            <a:ext cx="200522" cy="57115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279986B-722E-E03E-0D5D-8F60BBB23394}"/>
              </a:ext>
            </a:extLst>
          </p:cNvPr>
          <p:cNvCxnSpPr>
            <a:cxnSpLocks/>
            <a:stCxn id="58" idx="4"/>
            <a:endCxn id="60" idx="0"/>
          </p:cNvCxnSpPr>
          <p:nvPr/>
        </p:nvCxnSpPr>
        <p:spPr bwMode="gray">
          <a:xfrm flipH="1">
            <a:off x="4319512" y="1494970"/>
            <a:ext cx="4986" cy="37123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C4304F5-6651-8A11-DA37-9A456A39C3C9}"/>
              </a:ext>
            </a:extLst>
          </p:cNvPr>
          <p:cNvCxnSpPr>
            <a:cxnSpLocks/>
            <a:stCxn id="61" idx="1"/>
            <a:endCxn id="58" idx="6"/>
          </p:cNvCxnSpPr>
          <p:nvPr/>
        </p:nvCxnSpPr>
        <p:spPr bwMode="gray">
          <a:xfrm flipH="1" flipV="1">
            <a:off x="4395786" y="1423682"/>
            <a:ext cx="205088" cy="771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6FE0094-8956-F086-0C8E-87A0556F262E}"/>
              </a:ext>
            </a:extLst>
          </p:cNvPr>
          <p:cNvCxnSpPr>
            <a:cxnSpLocks/>
            <a:stCxn id="54" idx="3"/>
            <a:endCxn id="60" idx="6"/>
          </p:cNvCxnSpPr>
          <p:nvPr/>
        </p:nvCxnSpPr>
        <p:spPr bwMode="gray">
          <a:xfrm flipH="1">
            <a:off x="4390800" y="1801334"/>
            <a:ext cx="408869" cy="136159"/>
          </a:xfrm>
          <a:prstGeom prst="line">
            <a:avLst/>
          </a:prstGeom>
          <a:ln w="19050">
            <a:solidFill>
              <a:srgbClr val="F5D2D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2C318BD-9AD7-36E9-A77D-440CB468BFFF}"/>
              </a:ext>
            </a:extLst>
          </p:cNvPr>
          <p:cNvCxnSpPr>
            <a:cxnSpLocks/>
            <a:stCxn id="61" idx="3"/>
            <a:endCxn id="60" idx="7"/>
          </p:cNvCxnSpPr>
          <p:nvPr/>
        </p:nvCxnSpPr>
        <p:spPr bwMode="gray">
          <a:xfrm flipH="1">
            <a:off x="4369920" y="1601678"/>
            <a:ext cx="230954" cy="285407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C49AD29-9108-FE24-272D-D37C8891B98A}"/>
              </a:ext>
            </a:extLst>
          </p:cNvPr>
          <p:cNvCxnSpPr>
            <a:cxnSpLocks/>
            <a:stCxn id="57" idx="1"/>
            <a:endCxn id="61" idx="6"/>
          </p:cNvCxnSpPr>
          <p:nvPr/>
        </p:nvCxnSpPr>
        <p:spPr bwMode="gray">
          <a:xfrm flipH="1" flipV="1">
            <a:off x="4722570" y="1551270"/>
            <a:ext cx="401606" cy="76415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31E4F27-B11F-FA2E-3063-D55FBE41DF87}"/>
              </a:ext>
            </a:extLst>
          </p:cNvPr>
          <p:cNvCxnSpPr>
            <a:cxnSpLocks/>
            <a:stCxn id="56" idx="5"/>
            <a:endCxn id="59" idx="0"/>
          </p:cNvCxnSpPr>
          <p:nvPr/>
        </p:nvCxnSpPr>
        <p:spPr bwMode="gray">
          <a:xfrm>
            <a:off x="5216247" y="1434713"/>
            <a:ext cx="371048" cy="44616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1F1EF5F-FF1B-FCCF-07EB-A9758BBD6E27}"/>
              </a:ext>
            </a:extLst>
          </p:cNvPr>
          <p:cNvCxnSpPr>
            <a:cxnSpLocks/>
            <a:stCxn id="59" idx="2"/>
            <a:endCxn id="60" idx="6"/>
          </p:cNvCxnSpPr>
          <p:nvPr/>
        </p:nvCxnSpPr>
        <p:spPr bwMode="gray">
          <a:xfrm flipH="1" flipV="1">
            <a:off x="4390800" y="1937494"/>
            <a:ext cx="1125206" cy="14676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2F58EBA-5E68-9588-4E91-78FA0B5999B4}"/>
              </a:ext>
            </a:extLst>
          </p:cNvPr>
          <p:cNvSpPr/>
          <p:nvPr/>
        </p:nvSpPr>
        <p:spPr bwMode="gray">
          <a:xfrm>
            <a:off x="4778790" y="1679638"/>
            <a:ext cx="142576" cy="14257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B45C65A-9428-242F-8734-13CCEADDE393}"/>
              </a:ext>
            </a:extLst>
          </p:cNvPr>
          <p:cNvSpPr/>
          <p:nvPr/>
        </p:nvSpPr>
        <p:spPr bwMode="gray">
          <a:xfrm>
            <a:off x="4751453" y="1255902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DE8EB51-60D3-FBC8-66ED-436001C23B4E}"/>
              </a:ext>
            </a:extLst>
          </p:cNvPr>
          <p:cNvSpPr/>
          <p:nvPr/>
        </p:nvSpPr>
        <p:spPr bwMode="gray">
          <a:xfrm>
            <a:off x="5094550" y="1313017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9433B9F-592C-89DA-E283-3A901A7C1CD2}"/>
              </a:ext>
            </a:extLst>
          </p:cNvPr>
          <p:cNvSpPr/>
          <p:nvPr/>
        </p:nvSpPr>
        <p:spPr bwMode="gray">
          <a:xfrm>
            <a:off x="5103297" y="1606805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AE08650-7602-AA44-8DA1-4F59F5893359}"/>
              </a:ext>
            </a:extLst>
          </p:cNvPr>
          <p:cNvSpPr/>
          <p:nvPr/>
        </p:nvSpPr>
        <p:spPr bwMode="gray">
          <a:xfrm>
            <a:off x="4253210" y="1352394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D9B058F-8339-C5AB-D5AE-31F7E464EDD5}"/>
              </a:ext>
            </a:extLst>
          </p:cNvPr>
          <p:cNvSpPr/>
          <p:nvPr/>
        </p:nvSpPr>
        <p:spPr bwMode="gray">
          <a:xfrm>
            <a:off x="5516006" y="1880882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9845A3B-5667-B7B2-F1EF-F30D2FE06E1F}"/>
              </a:ext>
            </a:extLst>
          </p:cNvPr>
          <p:cNvSpPr/>
          <p:nvPr/>
        </p:nvSpPr>
        <p:spPr bwMode="gray">
          <a:xfrm>
            <a:off x="4248224" y="1866206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F3BE051-DA8C-48E8-B43E-5E738599AF5A}"/>
              </a:ext>
            </a:extLst>
          </p:cNvPr>
          <p:cNvSpPr/>
          <p:nvPr/>
        </p:nvSpPr>
        <p:spPr bwMode="gray">
          <a:xfrm>
            <a:off x="4579994" y="1479982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2ADC430-13A8-A4F0-A2A9-47349EC9A15A}"/>
              </a:ext>
            </a:extLst>
          </p:cNvPr>
          <p:cNvCxnSpPr>
            <a:cxnSpLocks/>
            <a:stCxn id="57" idx="5"/>
            <a:endCxn id="59" idx="1"/>
          </p:cNvCxnSpPr>
          <p:nvPr/>
        </p:nvCxnSpPr>
        <p:spPr bwMode="gray">
          <a:xfrm>
            <a:off x="5224993" y="1728501"/>
            <a:ext cx="311893" cy="17326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3030213-4EA9-C5E8-EEF3-F81942FECC62}"/>
              </a:ext>
            </a:extLst>
          </p:cNvPr>
          <p:cNvCxnSpPr>
            <a:cxnSpLocks/>
            <a:stCxn id="54" idx="5"/>
            <a:endCxn id="59" idx="2"/>
          </p:cNvCxnSpPr>
          <p:nvPr/>
        </p:nvCxnSpPr>
        <p:spPr bwMode="gray">
          <a:xfrm>
            <a:off x="4900486" y="1801334"/>
            <a:ext cx="615520" cy="15083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10AD247-00B6-FAF4-CEE2-8DC2E81F1072}"/>
              </a:ext>
            </a:extLst>
          </p:cNvPr>
          <p:cNvSpPr/>
          <p:nvPr/>
        </p:nvSpPr>
        <p:spPr bwMode="gray">
          <a:xfrm rot="16200000">
            <a:off x="4174403" y="1678686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DA59C50-BE3E-AD73-77CC-DD85CEE6D9A8}"/>
              </a:ext>
            </a:extLst>
          </p:cNvPr>
          <p:cNvSpPr/>
          <p:nvPr/>
        </p:nvSpPr>
        <p:spPr bwMode="gray">
          <a:xfrm rot="18496486">
            <a:off x="4371976" y="1685813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8B27865-9B9A-F5BB-3E23-6AA653A1A467}"/>
              </a:ext>
            </a:extLst>
          </p:cNvPr>
          <p:cNvSpPr/>
          <p:nvPr/>
        </p:nvSpPr>
        <p:spPr bwMode="gray">
          <a:xfrm rot="1069939">
            <a:off x="4418512" y="1406140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3A14603-262B-61C8-3888-8B5539481D73}"/>
              </a:ext>
            </a:extLst>
          </p:cNvPr>
          <p:cNvSpPr/>
          <p:nvPr/>
        </p:nvSpPr>
        <p:spPr bwMode="gray">
          <a:xfrm rot="21114557">
            <a:off x="4444226" y="1276141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55BDFEA-B534-541C-8875-8917100CA598}"/>
              </a:ext>
            </a:extLst>
          </p:cNvPr>
          <p:cNvSpPr/>
          <p:nvPr/>
        </p:nvSpPr>
        <p:spPr bwMode="gray">
          <a:xfrm rot="20404253">
            <a:off x="4520088" y="1801409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8BF3205-122C-EF2D-9F33-644846B5B3FC}"/>
              </a:ext>
            </a:extLst>
          </p:cNvPr>
          <p:cNvSpPr/>
          <p:nvPr/>
        </p:nvSpPr>
        <p:spPr bwMode="gray">
          <a:xfrm rot="20404253">
            <a:off x="4900788" y="1647423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91870F8-FED8-F2B1-D4A6-A6B340A1A5DC}"/>
              </a:ext>
            </a:extLst>
          </p:cNvPr>
          <p:cNvSpPr/>
          <p:nvPr/>
        </p:nvSpPr>
        <p:spPr bwMode="gray">
          <a:xfrm rot="836560">
            <a:off x="4890676" y="1290997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8770336-41E3-C8CB-E505-4CA4C1123745}"/>
              </a:ext>
            </a:extLst>
          </p:cNvPr>
          <p:cNvSpPr/>
          <p:nvPr/>
        </p:nvSpPr>
        <p:spPr bwMode="gray">
          <a:xfrm rot="463785">
            <a:off x="4780479" y="1521485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489FBF5-C7EC-F3B3-3314-EA64BCF78E9C}"/>
              </a:ext>
            </a:extLst>
          </p:cNvPr>
          <p:cNvSpPr/>
          <p:nvPr/>
        </p:nvSpPr>
        <p:spPr bwMode="gray">
          <a:xfrm rot="1513090">
            <a:off x="5280843" y="1746882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6785DB8-0C7A-48DE-734D-31A0AA1A4307}"/>
              </a:ext>
            </a:extLst>
          </p:cNvPr>
          <p:cNvSpPr/>
          <p:nvPr/>
        </p:nvSpPr>
        <p:spPr bwMode="gray">
          <a:xfrm rot="3170706">
            <a:off x="5333485" y="1604363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7F29E5A-BE74-CBAC-F7F1-EED50244212A}"/>
              </a:ext>
            </a:extLst>
          </p:cNvPr>
          <p:cNvSpPr/>
          <p:nvPr/>
        </p:nvSpPr>
        <p:spPr bwMode="gray">
          <a:xfrm rot="670477">
            <a:off x="5063369" y="1803267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6AA93F6-9B58-3FB3-0D33-CF99BB4085C4}"/>
              </a:ext>
            </a:extLst>
          </p:cNvPr>
          <p:cNvSpPr/>
          <p:nvPr/>
        </p:nvSpPr>
        <p:spPr bwMode="gray">
          <a:xfrm>
            <a:off x="4784839" y="1876957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EF3AB6F-BABF-0F1C-373F-879EA3DCF130}"/>
              </a:ext>
            </a:extLst>
          </p:cNvPr>
          <p:cNvCxnSpPr>
            <a:cxnSpLocks/>
            <a:stCxn id="58" idx="5"/>
            <a:endCxn id="60" idx="7"/>
          </p:cNvCxnSpPr>
          <p:nvPr/>
        </p:nvCxnSpPr>
        <p:spPr bwMode="gray">
          <a:xfrm flipH="1">
            <a:off x="4369920" y="1474090"/>
            <a:ext cx="4986" cy="412995"/>
          </a:xfrm>
          <a:prstGeom prst="line">
            <a:avLst/>
          </a:prstGeom>
          <a:ln w="19050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37ED6781-7C13-17CB-CC89-1988B67D4938}"/>
              </a:ext>
            </a:extLst>
          </p:cNvPr>
          <p:cNvSpPr/>
          <p:nvPr/>
        </p:nvSpPr>
        <p:spPr bwMode="gray">
          <a:xfrm rot="16200000">
            <a:off x="4305630" y="1615781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5A73E8C-5EEB-6306-4D4F-2B0E7B0C3EB9}"/>
              </a:ext>
            </a:extLst>
          </p:cNvPr>
          <p:cNvCxnSpPr>
            <a:cxnSpLocks/>
            <a:stCxn id="61" idx="2"/>
            <a:endCxn id="58" idx="5"/>
          </p:cNvCxnSpPr>
          <p:nvPr/>
        </p:nvCxnSpPr>
        <p:spPr bwMode="gray">
          <a:xfrm flipH="1" flipV="1">
            <a:off x="4374906" y="1474090"/>
            <a:ext cx="205088" cy="77180"/>
          </a:xfrm>
          <a:prstGeom prst="line">
            <a:avLst/>
          </a:prstGeom>
          <a:ln w="19050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B7146F41-D421-3FD8-036C-D804A27A24C3}"/>
              </a:ext>
            </a:extLst>
          </p:cNvPr>
          <p:cNvSpPr/>
          <p:nvPr/>
        </p:nvSpPr>
        <p:spPr bwMode="gray">
          <a:xfrm rot="1069939">
            <a:off x="4380556" y="1519229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BBBF6CF-0D53-7E2C-B895-20BD9AB5FD42}"/>
              </a:ext>
            </a:extLst>
          </p:cNvPr>
          <p:cNvCxnSpPr>
            <a:cxnSpLocks/>
            <a:stCxn id="61" idx="7"/>
            <a:endCxn id="56" idx="3"/>
          </p:cNvCxnSpPr>
          <p:nvPr/>
        </p:nvCxnSpPr>
        <p:spPr bwMode="gray">
          <a:xfrm flipV="1">
            <a:off x="4701691" y="1434713"/>
            <a:ext cx="413740" cy="6614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5F69DDAC-6731-DBE3-B608-EAAEECD2B3E9}"/>
              </a:ext>
            </a:extLst>
          </p:cNvPr>
          <p:cNvSpPr/>
          <p:nvPr/>
        </p:nvSpPr>
        <p:spPr bwMode="gray">
          <a:xfrm rot="21198216">
            <a:off x="4779863" y="1411574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687188A-E139-F714-7D54-8DD1E2FE52ED}"/>
              </a:ext>
            </a:extLst>
          </p:cNvPr>
          <p:cNvGrpSpPr/>
          <p:nvPr/>
        </p:nvGrpSpPr>
        <p:grpSpPr>
          <a:xfrm>
            <a:off x="4242770" y="2227743"/>
            <a:ext cx="1415812" cy="767556"/>
            <a:chOff x="2035902" y="2317538"/>
            <a:chExt cx="2145169" cy="1162963"/>
          </a:xfrm>
        </p:grpSpPr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532A635-4F89-4B4B-0B9B-0616F5FFCE33}"/>
                </a:ext>
              </a:extLst>
            </p:cNvPr>
            <p:cNvCxnSpPr>
              <a:cxnSpLocks/>
              <a:stCxn id="216" idx="7"/>
              <a:endCxn id="213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0B4818B-9363-A4C4-D37F-A235C24A94E7}"/>
                </a:ext>
              </a:extLst>
            </p:cNvPr>
            <p:cNvCxnSpPr>
              <a:cxnSpLocks/>
              <a:stCxn id="212" idx="6"/>
              <a:endCxn id="215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B2900B82-DD98-D3D5-D722-F87664A526DC}"/>
                </a:ext>
              </a:extLst>
            </p:cNvPr>
            <p:cNvCxnSpPr>
              <a:cxnSpLocks/>
              <a:stCxn id="213" idx="6"/>
              <a:endCxn id="214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9216324-2B9D-6CF1-BA5C-59237717818D}"/>
                </a:ext>
              </a:extLst>
            </p:cNvPr>
            <p:cNvCxnSpPr>
              <a:cxnSpLocks/>
              <a:stCxn id="216" idx="4"/>
              <a:endCxn id="218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7427B85-FEE9-0DEA-B9A6-53452ED00285}"/>
                </a:ext>
              </a:extLst>
            </p:cNvPr>
            <p:cNvCxnSpPr>
              <a:cxnSpLocks/>
              <a:stCxn id="219" idx="1"/>
              <a:endCxn id="216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701F651-DE82-FB6E-7AA4-53283427203B}"/>
                </a:ext>
              </a:extLst>
            </p:cNvPr>
            <p:cNvCxnSpPr>
              <a:cxnSpLocks/>
              <a:stCxn id="212" idx="3"/>
              <a:endCxn id="218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D098E4E1-AE54-939F-AC94-2D1BAD87D77C}"/>
                </a:ext>
              </a:extLst>
            </p:cNvPr>
            <p:cNvCxnSpPr>
              <a:cxnSpLocks/>
              <a:stCxn id="219" idx="3"/>
              <a:endCxn id="218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2A3C49A-F688-6271-A2D8-ACB6E5B2CA34}"/>
                </a:ext>
              </a:extLst>
            </p:cNvPr>
            <p:cNvCxnSpPr>
              <a:cxnSpLocks/>
              <a:stCxn id="215" idx="1"/>
              <a:endCxn id="219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rgbClr val="F5D2D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B71826D-D007-9CE7-2ACC-A0571B0F0288}"/>
                </a:ext>
              </a:extLst>
            </p:cNvPr>
            <p:cNvCxnSpPr>
              <a:cxnSpLocks/>
              <a:stCxn id="214" idx="5"/>
              <a:endCxn id="217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FD6B57D9-7490-95CE-84F5-4DC9F99A884E}"/>
                </a:ext>
              </a:extLst>
            </p:cNvPr>
            <p:cNvCxnSpPr>
              <a:cxnSpLocks/>
              <a:stCxn id="217" idx="2"/>
              <a:endCxn id="218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B82C607D-27F4-C195-94A3-78B31743D751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D9B0B53A-F9B3-4B4C-3280-E3248473ED77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74F87FE1-D141-57DE-050C-3A35D58F8ECE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051998E9-A5DB-2D87-E87A-69F7E7AE3F14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4913797-6FF4-F339-3439-1F9ED94DC779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785CF64C-09AD-8070-3AE5-3E3CCD86C414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BD7B3CCA-A4A5-E645-8E36-4AAE72C63D57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E7803871-BD78-DE5F-0F8F-59D3914731B2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2FF91438-9BAE-0FC5-6140-892FA2AD5D43}"/>
                </a:ext>
              </a:extLst>
            </p:cNvPr>
            <p:cNvCxnSpPr>
              <a:cxnSpLocks/>
              <a:stCxn id="215" idx="5"/>
              <a:endCxn id="217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AF38E7AA-A1C0-8C10-B850-FAAEA6530C61}"/>
                </a:ext>
              </a:extLst>
            </p:cNvPr>
            <p:cNvCxnSpPr>
              <a:cxnSpLocks/>
              <a:stCxn id="212" idx="5"/>
              <a:endCxn id="217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68C7CE6-21D5-452A-396A-DA0A324DD6B8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55817E3-10A4-E757-D8C6-33DE1FBF41E9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259D62A3-AF5A-1DEC-ED21-901D0CCA6415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1E23861D-1F6C-FCE4-0926-F36068AC0601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FE7F6BAA-CAD8-C9EB-69DF-A1781D65A7AB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36E4530B-9BDA-39B7-1581-AD6FC79F9060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E6AB62CC-2A63-22EA-958F-84012F6E227A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9309C98-3D96-DA3C-F995-C180C95A0D60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9FC53757-13E7-5FE9-86D6-80936D4EFA20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EB479896-D00F-909F-9B5B-880E3C0170F7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81FA79A6-7FB7-E97B-F8C0-195C233DAD8E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03A2143E-8ADF-2D0B-A13C-10A72D4178BA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F0FB808D-B34B-C04B-D352-76A7904A29DE}"/>
                </a:ext>
              </a:extLst>
            </p:cNvPr>
            <p:cNvCxnSpPr>
              <a:cxnSpLocks/>
              <a:stCxn id="216" idx="5"/>
              <a:endCxn id="218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22ECE90F-F9DA-C2C5-7952-B6D1DB4D495D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E9DBA2D5-DCAC-A10B-6FF3-1780757A4C67}"/>
                </a:ext>
              </a:extLst>
            </p:cNvPr>
            <p:cNvCxnSpPr>
              <a:cxnSpLocks/>
              <a:stCxn id="219" idx="2"/>
              <a:endCxn id="216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D1F0116B-AF0B-A70E-DEF4-D204B9EF2AB7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2D38D65F-B86B-6D80-CA9E-BAC950AD99D4}"/>
                </a:ext>
              </a:extLst>
            </p:cNvPr>
            <p:cNvCxnSpPr>
              <a:cxnSpLocks/>
              <a:stCxn id="219" idx="7"/>
              <a:endCxn id="214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515A5703-CC05-20F7-333C-1660055B65CE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B9412D8-23CD-ABD7-BB0B-6A5B565BF37C}"/>
              </a:ext>
            </a:extLst>
          </p:cNvPr>
          <p:cNvGrpSpPr/>
          <p:nvPr/>
        </p:nvGrpSpPr>
        <p:grpSpPr>
          <a:xfrm>
            <a:off x="4242770" y="3199584"/>
            <a:ext cx="1415812" cy="767556"/>
            <a:chOff x="2035902" y="2317538"/>
            <a:chExt cx="2145169" cy="1162963"/>
          </a:xfrm>
        </p:grpSpPr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FCD0181A-FBA9-ADDC-CF28-53FCE6C8F966}"/>
                </a:ext>
              </a:extLst>
            </p:cNvPr>
            <p:cNvCxnSpPr>
              <a:cxnSpLocks/>
              <a:stCxn id="255" idx="7"/>
              <a:endCxn id="252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9FAE4BB-0A68-99C1-D906-9F7268127B58}"/>
                </a:ext>
              </a:extLst>
            </p:cNvPr>
            <p:cNvCxnSpPr>
              <a:cxnSpLocks/>
              <a:stCxn id="251" idx="6"/>
              <a:endCxn id="254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D5D3EB44-EEB5-DD6C-681C-08767871BD1D}"/>
                </a:ext>
              </a:extLst>
            </p:cNvPr>
            <p:cNvCxnSpPr>
              <a:cxnSpLocks/>
              <a:stCxn id="252" idx="6"/>
              <a:endCxn id="253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3D2DA680-BC0F-0B29-8B53-80E2F6BCB13F}"/>
                </a:ext>
              </a:extLst>
            </p:cNvPr>
            <p:cNvCxnSpPr>
              <a:cxnSpLocks/>
              <a:stCxn id="255" idx="4"/>
              <a:endCxn id="257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rgbClr val="F5D2D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D49BA32-4841-D6D6-7E0F-53149920106D}"/>
                </a:ext>
              </a:extLst>
            </p:cNvPr>
            <p:cNvCxnSpPr>
              <a:cxnSpLocks/>
              <a:stCxn id="258" idx="1"/>
              <a:endCxn id="255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65F3F105-F4A2-16FA-0D8B-578A25CAD73D}"/>
                </a:ext>
              </a:extLst>
            </p:cNvPr>
            <p:cNvCxnSpPr>
              <a:cxnSpLocks/>
              <a:stCxn id="251" idx="3"/>
              <a:endCxn id="257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CDAB56B-A4D2-E5D2-AF94-A16C8859B759}"/>
                </a:ext>
              </a:extLst>
            </p:cNvPr>
            <p:cNvCxnSpPr>
              <a:cxnSpLocks/>
              <a:stCxn id="258" idx="3"/>
              <a:endCxn id="257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8C0B20E-7147-C12E-6DBC-588678861FAC}"/>
                </a:ext>
              </a:extLst>
            </p:cNvPr>
            <p:cNvCxnSpPr>
              <a:cxnSpLocks/>
              <a:stCxn id="254" idx="1"/>
              <a:endCxn id="258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0B54DC0-1F80-D0B0-66E5-9C7B1A684826}"/>
                </a:ext>
              </a:extLst>
            </p:cNvPr>
            <p:cNvCxnSpPr>
              <a:cxnSpLocks/>
              <a:stCxn id="253" idx="5"/>
              <a:endCxn id="256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4ECA0ED5-13FB-1148-64D4-8F93754FDF95}"/>
                </a:ext>
              </a:extLst>
            </p:cNvPr>
            <p:cNvCxnSpPr>
              <a:cxnSpLocks/>
              <a:stCxn id="256" idx="2"/>
              <a:endCxn id="257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7E36B425-4E3E-1E5E-DB42-E232B680DFC2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E5B0AEBE-8B24-9CF6-C505-00463AD91FAC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A9E85959-CC7B-CDF7-A23F-4BB97A7EF8D5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E766F8CA-9ED0-11C2-D5A6-A95F261B0F12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39C16C64-6B7F-C51E-64AE-C66EE78FB1D0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67493666-62F4-733E-5459-1D2D34E173C9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61DC3CC4-5C5D-A365-7F19-45987CCDD85F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151D7CAF-4B75-7955-1888-5B420536057E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C096CD3-E944-0C70-43FE-AED2F14D8B3D}"/>
                </a:ext>
              </a:extLst>
            </p:cNvPr>
            <p:cNvCxnSpPr>
              <a:cxnSpLocks/>
              <a:stCxn id="254" idx="5"/>
              <a:endCxn id="256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427024A7-EF13-2E35-98D3-B9348266A2A0}"/>
                </a:ext>
              </a:extLst>
            </p:cNvPr>
            <p:cNvCxnSpPr>
              <a:cxnSpLocks/>
              <a:stCxn id="251" idx="5"/>
              <a:endCxn id="256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5A4C988C-C2FF-7D21-415E-97A6001EA614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28CB80DF-70AE-7E66-CCEC-91438794BDF0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FA59F89F-1505-A09B-EC8D-8D5A3A32227D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BB39085D-D6FA-F37B-CF90-B2E26F79B93C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434AD5C-512F-2A0E-423B-B99500379835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42265E1-FACD-9B50-1EE6-90F89BF7F8B7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A64F569F-EA09-9FD8-60D8-3610F8E3E0CC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5AD2A14-AF2B-FFA1-D0C6-56C2C175527A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7D8A5808-153B-C2FB-36C7-F444A3EEFE95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5FF3E208-8CFF-BCE6-17BC-0E17E752F000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A256CB05-6D6A-1F85-BEFE-C703124F3E1A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86569A13-3DCF-82A5-21E8-6A8ECC2E2A89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B7B0188-7F7A-807E-7064-9F745A074DB9}"/>
                </a:ext>
              </a:extLst>
            </p:cNvPr>
            <p:cNvCxnSpPr>
              <a:cxnSpLocks/>
              <a:stCxn id="255" idx="5"/>
              <a:endCxn id="257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8368AC21-E9DC-2003-5ADB-03F107FB9DA2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B0ECC334-1A56-95D8-4A30-AA7B48F28BCD}"/>
                </a:ext>
              </a:extLst>
            </p:cNvPr>
            <p:cNvCxnSpPr>
              <a:cxnSpLocks/>
              <a:stCxn id="258" idx="2"/>
              <a:endCxn id="255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8B0681E0-BD54-5369-34F1-ECE18DF75E82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1D5B2FEC-943F-CB91-C140-74AD947108D9}"/>
                </a:ext>
              </a:extLst>
            </p:cNvPr>
            <p:cNvCxnSpPr>
              <a:cxnSpLocks/>
              <a:stCxn id="258" idx="7"/>
              <a:endCxn id="253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FE0DF6C2-1667-2266-4264-40CD51249F82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8697C0F-7F84-C3A7-49B4-2942C9B633AB}"/>
              </a:ext>
            </a:extLst>
          </p:cNvPr>
          <p:cNvGrpSpPr/>
          <p:nvPr/>
        </p:nvGrpSpPr>
        <p:grpSpPr>
          <a:xfrm>
            <a:off x="4242770" y="4171425"/>
            <a:ext cx="1415812" cy="767556"/>
            <a:chOff x="2035902" y="2317538"/>
            <a:chExt cx="2145169" cy="1162963"/>
          </a:xfrm>
        </p:grpSpPr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51855044-3DD0-3A70-5C05-3892066B9E97}"/>
                </a:ext>
              </a:extLst>
            </p:cNvPr>
            <p:cNvCxnSpPr>
              <a:cxnSpLocks/>
              <a:stCxn id="294" idx="7"/>
              <a:endCxn id="291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A72609D4-3B92-F415-E110-27ECB5D7699A}"/>
                </a:ext>
              </a:extLst>
            </p:cNvPr>
            <p:cNvCxnSpPr>
              <a:cxnSpLocks/>
              <a:stCxn id="290" idx="6"/>
              <a:endCxn id="293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FC65BB73-76B9-257D-ED05-69A1E0BBB8CC}"/>
                </a:ext>
              </a:extLst>
            </p:cNvPr>
            <p:cNvCxnSpPr>
              <a:cxnSpLocks/>
              <a:stCxn id="291" idx="6"/>
              <a:endCxn id="292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8D2A008-B88F-FAE3-9535-54968949CD81}"/>
                </a:ext>
              </a:extLst>
            </p:cNvPr>
            <p:cNvCxnSpPr>
              <a:cxnSpLocks/>
              <a:stCxn id="294" idx="4"/>
              <a:endCxn id="296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rgbClr val="C00000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DEF59127-EA79-5354-3224-BFBA0C4C34EB}"/>
                </a:ext>
              </a:extLst>
            </p:cNvPr>
            <p:cNvCxnSpPr>
              <a:cxnSpLocks/>
              <a:stCxn id="297" idx="1"/>
              <a:endCxn id="294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38D6554E-7F08-3807-2619-ADF5994EC6C4}"/>
                </a:ext>
              </a:extLst>
            </p:cNvPr>
            <p:cNvCxnSpPr>
              <a:cxnSpLocks/>
              <a:stCxn id="290" idx="3"/>
              <a:endCxn id="296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199012B3-8D58-03E4-A35D-1F65B83EFA32}"/>
                </a:ext>
              </a:extLst>
            </p:cNvPr>
            <p:cNvCxnSpPr>
              <a:cxnSpLocks/>
              <a:stCxn id="297" idx="3"/>
              <a:endCxn id="296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777699A-8CC6-DEA1-DE65-F911D6CC0F74}"/>
                </a:ext>
              </a:extLst>
            </p:cNvPr>
            <p:cNvCxnSpPr>
              <a:cxnSpLocks/>
              <a:stCxn id="293" idx="1"/>
              <a:endCxn id="297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DE4F9D30-A786-DCC4-A570-D3CC35FDE95F}"/>
                </a:ext>
              </a:extLst>
            </p:cNvPr>
            <p:cNvCxnSpPr>
              <a:cxnSpLocks/>
              <a:stCxn id="292" idx="5"/>
              <a:endCxn id="295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F6BB9EC2-0026-EFDF-8F90-F80053FE3655}"/>
                </a:ext>
              </a:extLst>
            </p:cNvPr>
            <p:cNvCxnSpPr>
              <a:cxnSpLocks/>
              <a:stCxn id="295" idx="2"/>
              <a:endCxn id="296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35D40921-22FD-D192-8B4C-D6F1BBA8F3BE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5BF71D23-C79F-A5D2-C6F1-EEDD83C3C066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0270602C-5073-884B-DF54-C2D6E76D0F02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00A3C6FD-7C19-51D2-5374-B7EB0D2C499C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611C79F8-D760-2BCF-9376-811D9F56F08A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BB300431-8307-FFFF-17E5-F6B13C9093AF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71A17E00-0E76-FD5B-354A-CD9A9D726FFA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4214BC8B-4FC3-7968-1AB7-DCF5DA972A62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DAAA392A-8718-88C6-2443-F9CD04639CD0}"/>
                </a:ext>
              </a:extLst>
            </p:cNvPr>
            <p:cNvCxnSpPr>
              <a:cxnSpLocks/>
              <a:stCxn id="293" idx="5"/>
              <a:endCxn id="295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C43EA1E1-DD60-A721-0198-EDC9A1A1C059}"/>
                </a:ext>
              </a:extLst>
            </p:cNvPr>
            <p:cNvCxnSpPr>
              <a:cxnSpLocks/>
              <a:stCxn id="290" idx="5"/>
              <a:endCxn id="295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847861E8-712C-8889-0D62-319E2CB681EA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5FF1C9DF-6443-E771-8612-156BC773535B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27C291DA-B690-A124-F4C4-527DF2719622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81B8127-CE32-974B-015A-2DE080E72DBA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CE42DFF0-B216-FA6E-4AF8-14A14F8ADDD9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56DB4169-7992-60DF-EA4A-15FA2BB9CC48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937DC776-C811-16E9-EBAA-30AAF4897EA7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92A57779-3893-6178-A442-216EB73064DD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A1C8620C-6F80-D316-8BE6-908308148AE9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024876B-2338-E135-E508-91BA8D128A64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5025EC5B-FD4A-8A45-40C4-156659245A05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E31A9A21-6D40-4DC7-AC2C-747652E88AA9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0372B789-F2DC-BFD2-8603-98A07947B31C}"/>
                </a:ext>
              </a:extLst>
            </p:cNvPr>
            <p:cNvCxnSpPr>
              <a:cxnSpLocks/>
              <a:stCxn id="294" idx="5"/>
              <a:endCxn id="296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65140BA8-5904-C9DA-1D6C-BB1AAFCB0F08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A381EDC-D264-A93F-D20F-735864431FDF}"/>
                </a:ext>
              </a:extLst>
            </p:cNvPr>
            <p:cNvCxnSpPr>
              <a:cxnSpLocks/>
              <a:stCxn id="297" idx="2"/>
              <a:endCxn id="294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FF0ED6FC-B9AA-0EB2-0A5E-4D49E6E6A0A6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04E9DBD0-59A8-B8F5-507D-B9CBFECC550F}"/>
                </a:ext>
              </a:extLst>
            </p:cNvPr>
            <p:cNvCxnSpPr>
              <a:cxnSpLocks/>
              <a:stCxn id="297" idx="7"/>
              <a:endCxn id="292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rgbClr val="F5D2D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F97E42BF-3DD1-B34E-73BF-94BBFB40BA5A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DB5A4EDB-A614-8CD1-C902-101A84D00FC5}"/>
              </a:ext>
            </a:extLst>
          </p:cNvPr>
          <p:cNvGrpSpPr/>
          <p:nvPr/>
        </p:nvGrpSpPr>
        <p:grpSpPr>
          <a:xfrm>
            <a:off x="5890485" y="1255902"/>
            <a:ext cx="1415812" cy="767556"/>
            <a:chOff x="2035902" y="2317538"/>
            <a:chExt cx="2145169" cy="1162963"/>
          </a:xfrm>
        </p:grpSpPr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909A8CEC-57D9-AFCD-7FA8-DF1A323A1722}"/>
                </a:ext>
              </a:extLst>
            </p:cNvPr>
            <p:cNvCxnSpPr>
              <a:cxnSpLocks/>
              <a:stCxn id="333" idx="7"/>
              <a:endCxn id="330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rgbClr val="F5D2D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308A1281-FCD3-2236-93E6-1C3288BB7386}"/>
                </a:ext>
              </a:extLst>
            </p:cNvPr>
            <p:cNvCxnSpPr>
              <a:cxnSpLocks/>
              <a:stCxn id="329" idx="6"/>
              <a:endCxn id="332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C39AEEF-3E39-027F-FAF7-5302F56578AD}"/>
                </a:ext>
              </a:extLst>
            </p:cNvPr>
            <p:cNvCxnSpPr>
              <a:cxnSpLocks/>
              <a:stCxn id="330" idx="6"/>
              <a:endCxn id="331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E140648E-A4B8-1EB7-1F4A-BE4AD0E33322}"/>
                </a:ext>
              </a:extLst>
            </p:cNvPr>
            <p:cNvCxnSpPr>
              <a:cxnSpLocks/>
              <a:stCxn id="333" idx="4"/>
              <a:endCxn id="335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BCCAECB5-FB3A-7C1C-9C30-01C0E5E7C5F8}"/>
                </a:ext>
              </a:extLst>
            </p:cNvPr>
            <p:cNvCxnSpPr>
              <a:cxnSpLocks/>
              <a:stCxn id="336" idx="1"/>
              <a:endCxn id="333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131AB2E8-4D1A-A2BE-8546-569A5B9C4262}"/>
                </a:ext>
              </a:extLst>
            </p:cNvPr>
            <p:cNvCxnSpPr>
              <a:cxnSpLocks/>
              <a:stCxn id="329" idx="3"/>
              <a:endCxn id="335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C84F63A6-0CA4-3752-A1ED-0096FEE81ACA}"/>
                </a:ext>
              </a:extLst>
            </p:cNvPr>
            <p:cNvCxnSpPr>
              <a:cxnSpLocks/>
              <a:stCxn id="336" idx="3"/>
              <a:endCxn id="335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80147867-B3F6-DA30-76F5-F55279916713}"/>
                </a:ext>
              </a:extLst>
            </p:cNvPr>
            <p:cNvCxnSpPr>
              <a:cxnSpLocks/>
              <a:stCxn id="332" idx="1"/>
              <a:endCxn id="336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EB0E1D5A-E3B9-B4BF-A17E-0FD5B988CD1E}"/>
                </a:ext>
              </a:extLst>
            </p:cNvPr>
            <p:cNvCxnSpPr>
              <a:cxnSpLocks/>
              <a:stCxn id="331" idx="5"/>
              <a:endCxn id="334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D4E4133F-5D3E-3844-D76C-60F36145319A}"/>
                </a:ext>
              </a:extLst>
            </p:cNvPr>
            <p:cNvCxnSpPr>
              <a:cxnSpLocks/>
              <a:stCxn id="334" idx="2"/>
              <a:endCxn id="335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62467575-05F2-EE66-E144-070D6B81425E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5CCC2281-DE41-32D1-5676-D8CA516CC6C3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D258EA01-24C3-B40F-C231-D4B3F018E568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32805A09-A36F-DFD5-F09F-6D8B96F8136B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95F37B8C-8303-1998-660E-1CB925E03AD8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243F959A-DDB2-3F11-2985-A231D7230696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97AA63E9-FF9C-A63C-94CF-FB6416A72B5D}"/>
                </a:ext>
              </a:extLst>
            </p:cNvPr>
            <p:cNvCxnSpPr>
              <a:cxnSpLocks/>
              <a:stCxn id="332" idx="5"/>
              <a:endCxn id="334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285C54CD-034D-3A4C-FD88-031A7A83EF9B}"/>
                </a:ext>
              </a:extLst>
            </p:cNvPr>
            <p:cNvCxnSpPr>
              <a:cxnSpLocks/>
              <a:stCxn id="329" idx="5"/>
              <a:endCxn id="334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4A8CE710-341D-E890-223F-777F195D3922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DFAB94DB-29A3-35D2-C66D-ED5667C20882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8B3814AB-81A6-D583-D88D-78BD99BEA954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124B355A-1F2C-BBD0-A981-8F76A101544B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B9FE9EB6-903F-87A3-2207-C80B7493E5DA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E9AB9299-2CA6-D87C-A2E6-47D5241B81FE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4BB93357-3178-4CCB-B9AB-1F96D067ACFA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6D611365-9191-DAC7-FB80-90F5C2AAFD45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8BF9D321-04BC-50D4-6D95-72B01444BB30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EA8F20E3-085F-3C63-9B11-80725B6DA2BD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BC02EBE1-E593-D9CF-5F58-5EFC0A85FCE1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9444B172-BC53-D746-DE0F-8903B7830341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A3FB6782-866A-C360-FD16-49C5C376BE8F}"/>
                </a:ext>
              </a:extLst>
            </p:cNvPr>
            <p:cNvCxnSpPr>
              <a:cxnSpLocks/>
              <a:stCxn id="333" idx="5"/>
              <a:endCxn id="335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7786259-3631-8E55-98A7-B6A9AA5F5B2F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D1EC76EC-D81B-301B-9412-D244548FC4EF}"/>
                </a:ext>
              </a:extLst>
            </p:cNvPr>
            <p:cNvCxnSpPr>
              <a:cxnSpLocks/>
              <a:stCxn id="336" idx="2"/>
              <a:endCxn id="333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7E7A848F-1800-F1B0-C5FD-BD86E41E87A6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09F1520A-56DD-21A7-1AC9-3C1135BDE124}"/>
                </a:ext>
              </a:extLst>
            </p:cNvPr>
            <p:cNvCxnSpPr>
              <a:cxnSpLocks/>
              <a:stCxn id="336" idx="7"/>
              <a:endCxn id="331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6A920414-4E8E-0A07-09EB-229D67DE201E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CE13C7CD-A86E-DFA8-A012-3E6C63FF2F1B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140B74C7-1569-01DE-8EB2-8006CB61EF36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6EE1D4F5-3FEC-F1F5-5BB1-394DFFD4104F}"/>
              </a:ext>
            </a:extLst>
          </p:cNvPr>
          <p:cNvGrpSpPr/>
          <p:nvPr/>
        </p:nvGrpSpPr>
        <p:grpSpPr>
          <a:xfrm>
            <a:off x="5890485" y="2227743"/>
            <a:ext cx="1415812" cy="767556"/>
            <a:chOff x="2035902" y="2317538"/>
            <a:chExt cx="2145169" cy="1162963"/>
          </a:xfrm>
        </p:grpSpPr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97B225F0-6C7D-6716-7266-6834F0F516AF}"/>
                </a:ext>
              </a:extLst>
            </p:cNvPr>
            <p:cNvCxnSpPr>
              <a:cxnSpLocks/>
              <a:stCxn id="395" idx="7"/>
              <a:endCxn id="369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1EAB110D-04CE-0059-32D6-E3051C84FF76}"/>
                </a:ext>
              </a:extLst>
            </p:cNvPr>
            <p:cNvCxnSpPr>
              <a:cxnSpLocks/>
              <a:stCxn id="368" idx="6"/>
              <a:endCxn id="371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50D65DF1-7F27-F10F-285F-6E0C15D78477}"/>
                </a:ext>
              </a:extLst>
            </p:cNvPr>
            <p:cNvCxnSpPr>
              <a:cxnSpLocks/>
              <a:stCxn id="369" idx="6"/>
              <a:endCxn id="370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E6A85C87-D4E8-6F0F-C0C0-BF9AC5D1861E}"/>
                </a:ext>
              </a:extLst>
            </p:cNvPr>
            <p:cNvCxnSpPr>
              <a:cxnSpLocks/>
              <a:stCxn id="395" idx="4"/>
              <a:endCxn id="373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DBF58850-BBF5-FDB1-7778-6B91214D18B9}"/>
                </a:ext>
              </a:extLst>
            </p:cNvPr>
            <p:cNvCxnSpPr>
              <a:cxnSpLocks/>
              <a:stCxn id="394" idx="1"/>
              <a:endCxn id="395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86364B73-0AA9-029B-B914-AA1749E45CC6}"/>
                </a:ext>
              </a:extLst>
            </p:cNvPr>
            <p:cNvCxnSpPr>
              <a:cxnSpLocks/>
              <a:stCxn id="368" idx="3"/>
              <a:endCxn id="373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BC8CD08B-DC1A-4B43-60FC-18C1509B90AC}"/>
                </a:ext>
              </a:extLst>
            </p:cNvPr>
            <p:cNvCxnSpPr>
              <a:cxnSpLocks/>
              <a:stCxn id="394" idx="3"/>
              <a:endCxn id="373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A87D9D58-D998-AA30-EDEA-64095235D266}"/>
                </a:ext>
              </a:extLst>
            </p:cNvPr>
            <p:cNvCxnSpPr>
              <a:cxnSpLocks/>
              <a:stCxn id="371" idx="1"/>
              <a:endCxn id="394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C480403-8C0F-CDCB-A99A-04EBB68D43F5}"/>
                </a:ext>
              </a:extLst>
            </p:cNvPr>
            <p:cNvCxnSpPr>
              <a:cxnSpLocks/>
              <a:stCxn id="370" idx="5"/>
              <a:endCxn id="372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rgbClr val="F5D2D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9F0C393B-CDE8-15DE-B6F5-5328A0FAA210}"/>
                </a:ext>
              </a:extLst>
            </p:cNvPr>
            <p:cNvCxnSpPr>
              <a:cxnSpLocks/>
              <a:stCxn id="372" idx="2"/>
              <a:endCxn id="373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4574645C-DA95-0D3A-AA87-0F64B3515197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80956492-F62A-0B9C-C486-3623B791948B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677D3D85-D59F-3B06-3263-EAF87E561F80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F5A797CC-AE39-4FDE-720D-1F6AC8FC5940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2196B191-248A-702E-C68F-1B52F739FE8C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A9B60B17-8FA3-7764-7E41-B2BE66679F9A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C176A533-17E6-3B02-E907-BF4EA5302DEB}"/>
                </a:ext>
              </a:extLst>
            </p:cNvPr>
            <p:cNvCxnSpPr>
              <a:cxnSpLocks/>
              <a:stCxn id="371" idx="5"/>
              <a:endCxn id="372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BDFD4D45-5539-9EBC-FFD3-7DA455246351}"/>
                </a:ext>
              </a:extLst>
            </p:cNvPr>
            <p:cNvCxnSpPr>
              <a:cxnSpLocks/>
              <a:stCxn id="368" idx="5"/>
              <a:endCxn id="372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1921DDEC-1026-36EA-0E86-1DBA68B4BC64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8777DD69-F031-F25D-EEE4-1CFA39B4A864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9E2710D4-1265-0DE9-752A-D56891DA1702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DF6C0209-12AD-2C88-7522-CF72255D84CE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1055AF7-1F74-4D5D-A285-801C211593C1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8756C86C-99CC-0B01-D7DD-E60B2BE99BA7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336EBBA4-5B51-8E80-E192-EAFF12EA2CA5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8974485C-D37E-3415-10BA-97DA8C46559D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01911399-0357-9DF6-4A78-DC0C840AF088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D332E74F-BC1A-6FB4-62EC-1CC3B854C1A3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0376F928-718E-2E42-80F0-945C54535F27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884B042E-1D36-2F4E-0E2C-4FD51E4FA0BE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A93D925D-5023-0CFA-F5C5-A8B676BEFC51}"/>
                </a:ext>
              </a:extLst>
            </p:cNvPr>
            <p:cNvCxnSpPr>
              <a:cxnSpLocks/>
              <a:stCxn id="395" idx="5"/>
              <a:endCxn id="373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50F8B6BE-A5BF-E36D-F28D-63836F8F5D71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68C60AF8-E1D0-D2D0-ECC4-B56FD474EA48}"/>
                </a:ext>
              </a:extLst>
            </p:cNvPr>
            <p:cNvCxnSpPr>
              <a:cxnSpLocks/>
              <a:stCxn id="394" idx="2"/>
              <a:endCxn id="395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7313F309-8BD0-F838-175D-0D6DBCD34116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F48981D4-396C-F324-C706-D3C75BC7BE5E}"/>
                </a:ext>
              </a:extLst>
            </p:cNvPr>
            <p:cNvCxnSpPr>
              <a:cxnSpLocks/>
              <a:stCxn id="394" idx="7"/>
              <a:endCxn id="370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EBD9BDA6-60AF-567B-4BA0-E83DE644E775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7B18A560-DEF3-177F-12F0-6AFDABE51FF2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6FBB3B9F-9611-2519-08B2-4FE0051F9824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0D0379AC-6D08-13F0-725E-AE30A38E270A}"/>
              </a:ext>
            </a:extLst>
          </p:cNvPr>
          <p:cNvGrpSpPr/>
          <p:nvPr/>
        </p:nvGrpSpPr>
        <p:grpSpPr>
          <a:xfrm>
            <a:off x="5890485" y="3199584"/>
            <a:ext cx="1415812" cy="767556"/>
            <a:chOff x="2035902" y="2317538"/>
            <a:chExt cx="2145169" cy="1162963"/>
          </a:xfrm>
        </p:grpSpPr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7A00375B-DC9B-62DD-654F-74F73F510F6B}"/>
                </a:ext>
              </a:extLst>
            </p:cNvPr>
            <p:cNvCxnSpPr>
              <a:cxnSpLocks/>
              <a:stCxn id="434" idx="7"/>
              <a:endCxn id="408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CAB3C0F6-12DF-C883-04E9-757638D1A9AB}"/>
                </a:ext>
              </a:extLst>
            </p:cNvPr>
            <p:cNvCxnSpPr>
              <a:cxnSpLocks/>
              <a:stCxn id="407" idx="6"/>
              <a:endCxn id="410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4F1EEDDA-F095-A275-427F-9C02D9E52BCE}"/>
                </a:ext>
              </a:extLst>
            </p:cNvPr>
            <p:cNvCxnSpPr>
              <a:cxnSpLocks/>
              <a:stCxn id="408" idx="6"/>
              <a:endCxn id="409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B7BB9763-CDD6-5FB6-4A9A-E558F2E90E2B}"/>
                </a:ext>
              </a:extLst>
            </p:cNvPr>
            <p:cNvCxnSpPr>
              <a:cxnSpLocks/>
              <a:stCxn id="434" idx="4"/>
              <a:endCxn id="412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1F64627-9D7F-60BC-5FC2-244964F2E6F1}"/>
                </a:ext>
              </a:extLst>
            </p:cNvPr>
            <p:cNvCxnSpPr>
              <a:cxnSpLocks/>
              <a:stCxn id="433" idx="1"/>
              <a:endCxn id="434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D240D120-30B7-3D27-EBA2-5296FEDF146D}"/>
                </a:ext>
              </a:extLst>
            </p:cNvPr>
            <p:cNvCxnSpPr>
              <a:cxnSpLocks/>
              <a:stCxn id="407" idx="3"/>
              <a:endCxn id="412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06E2DB20-759A-EC9F-E5F8-82600104635D}"/>
                </a:ext>
              </a:extLst>
            </p:cNvPr>
            <p:cNvCxnSpPr>
              <a:cxnSpLocks/>
              <a:stCxn id="433" idx="3"/>
              <a:endCxn id="412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EDC37692-C03A-D37E-70A0-500625435CDD}"/>
                </a:ext>
              </a:extLst>
            </p:cNvPr>
            <p:cNvCxnSpPr>
              <a:cxnSpLocks/>
              <a:stCxn id="410" idx="1"/>
              <a:endCxn id="433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9798C2B0-6417-C3D5-FF26-168EC0691A72}"/>
                </a:ext>
              </a:extLst>
            </p:cNvPr>
            <p:cNvCxnSpPr>
              <a:cxnSpLocks/>
              <a:stCxn id="409" idx="5"/>
              <a:endCxn id="411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10366EB7-C13C-FB88-A456-62556F058A1E}"/>
                </a:ext>
              </a:extLst>
            </p:cNvPr>
            <p:cNvCxnSpPr>
              <a:cxnSpLocks/>
              <a:stCxn id="411" idx="2"/>
              <a:endCxn id="412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84A43FFA-8F84-ED6A-D36C-9EE9C99A8211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E2FE4609-289F-197A-EDA7-E60E5DEA837F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820AF8B1-71BA-5368-86FA-F3972DBFE947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B3E96B58-D416-3FBA-3CA2-31F0B8A8D359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F9F67B28-7A7B-38F3-A09B-38BDF2C5148A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A3955207-576C-CBDA-FFCB-8423BE91B421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50FFB94B-0F6D-CF7B-8805-88BBD09FD2E6}"/>
                </a:ext>
              </a:extLst>
            </p:cNvPr>
            <p:cNvCxnSpPr>
              <a:cxnSpLocks/>
              <a:stCxn id="410" idx="5"/>
              <a:endCxn id="411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1BCC611B-5D36-41A5-7EEC-CB7CAAC25F2A}"/>
                </a:ext>
              </a:extLst>
            </p:cNvPr>
            <p:cNvCxnSpPr>
              <a:cxnSpLocks/>
              <a:stCxn id="407" idx="5"/>
              <a:endCxn id="411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F250E007-15B5-9E0A-23D5-87F8BCBEDF65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FF6FFF3A-D13C-F52F-BD43-B3CEBBC40A17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60CC1A31-FF91-E2EA-5887-32413BCE057B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A129F5CB-D7CA-0B75-9152-CC139CEAB8CE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04D8AFC-5F4E-BC7F-0287-7105103FF8B0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B6438037-734C-287A-7C36-A1E9E3024949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101260BE-2335-E1D0-DF30-D23EB4112D47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6481A561-3E7E-BF7D-7A2D-829D6E7533AB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AE3D895F-3151-8378-A4CF-6E0378DD5645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D0EC9BBE-5307-9718-7221-3606A6844D9D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258185BD-431C-64AC-CA6B-D960CDEF4DC4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C71A7362-6CFA-1E54-FE42-30900187DA08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8CC1463B-C068-8BE0-A214-A528DE4FCDC8}"/>
                </a:ext>
              </a:extLst>
            </p:cNvPr>
            <p:cNvCxnSpPr>
              <a:cxnSpLocks/>
              <a:stCxn id="434" idx="5"/>
              <a:endCxn id="412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F9CE6496-4B5F-6F7B-68E8-CA1CDD46408C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9F9BE35A-64F8-7882-D6C0-B069FE80B213}"/>
                </a:ext>
              </a:extLst>
            </p:cNvPr>
            <p:cNvCxnSpPr>
              <a:cxnSpLocks/>
              <a:stCxn id="433" idx="2"/>
              <a:endCxn id="434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0D4DE8B1-674A-29F7-E78E-7ED9BE39DC86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322353AA-090E-753C-0737-53F1DFF91BF6}"/>
                </a:ext>
              </a:extLst>
            </p:cNvPr>
            <p:cNvCxnSpPr>
              <a:cxnSpLocks/>
              <a:stCxn id="433" idx="7"/>
              <a:endCxn id="409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667DF009-DC83-3608-4842-E914CCACC01B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A6F0BE70-3C25-4932-4E0C-C8D66B8092F4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AB81624B-0697-7594-FA66-C66371411689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4B65E317-F949-79B3-B31D-99F3FC27BA7E}"/>
              </a:ext>
            </a:extLst>
          </p:cNvPr>
          <p:cNvGrpSpPr/>
          <p:nvPr/>
        </p:nvGrpSpPr>
        <p:grpSpPr>
          <a:xfrm>
            <a:off x="5890485" y="4171425"/>
            <a:ext cx="1415812" cy="767556"/>
            <a:chOff x="2035902" y="2317538"/>
            <a:chExt cx="2145169" cy="1162963"/>
          </a:xfrm>
        </p:grpSpPr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951DA2BB-02EC-2717-57EB-C444C3899247}"/>
                </a:ext>
              </a:extLst>
            </p:cNvPr>
            <p:cNvCxnSpPr>
              <a:cxnSpLocks/>
              <a:stCxn id="473" idx="7"/>
              <a:endCxn id="447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14A3D416-9D8F-2C93-B3A1-DB330E28863D}"/>
                </a:ext>
              </a:extLst>
            </p:cNvPr>
            <p:cNvCxnSpPr>
              <a:cxnSpLocks/>
              <a:stCxn id="446" idx="6"/>
              <a:endCxn id="449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D3769A34-EA51-7CF4-33E3-5010A065F553}"/>
                </a:ext>
              </a:extLst>
            </p:cNvPr>
            <p:cNvCxnSpPr>
              <a:cxnSpLocks/>
              <a:stCxn id="447" idx="6"/>
              <a:endCxn id="448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C3748367-EEC6-30B9-4CA4-96F3B7B625BB}"/>
                </a:ext>
              </a:extLst>
            </p:cNvPr>
            <p:cNvCxnSpPr>
              <a:cxnSpLocks/>
              <a:stCxn id="473" idx="4"/>
              <a:endCxn id="451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911C538C-7882-5B6B-8CD0-C74156C8FD1F}"/>
                </a:ext>
              </a:extLst>
            </p:cNvPr>
            <p:cNvCxnSpPr>
              <a:cxnSpLocks/>
              <a:stCxn id="472" idx="1"/>
              <a:endCxn id="473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0BA2A109-F394-4E36-866F-248E11C675E6}"/>
                </a:ext>
              </a:extLst>
            </p:cNvPr>
            <p:cNvCxnSpPr>
              <a:cxnSpLocks/>
              <a:stCxn id="446" idx="3"/>
              <a:endCxn id="451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2B6B67AD-EE88-7B06-DA9F-BF298A845212}"/>
                </a:ext>
              </a:extLst>
            </p:cNvPr>
            <p:cNvCxnSpPr>
              <a:cxnSpLocks/>
              <a:stCxn id="472" idx="3"/>
              <a:endCxn id="451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22B31157-E6BA-1023-EC38-7D803A3F2477}"/>
                </a:ext>
              </a:extLst>
            </p:cNvPr>
            <p:cNvCxnSpPr>
              <a:cxnSpLocks/>
              <a:stCxn id="449" idx="1"/>
              <a:endCxn id="472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A661B846-E778-7127-DD35-D1ADE1A18866}"/>
                </a:ext>
              </a:extLst>
            </p:cNvPr>
            <p:cNvCxnSpPr>
              <a:cxnSpLocks/>
              <a:stCxn id="448" idx="5"/>
              <a:endCxn id="450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F57E2A14-4CC2-658B-1A42-D81F008DF228}"/>
                </a:ext>
              </a:extLst>
            </p:cNvPr>
            <p:cNvCxnSpPr>
              <a:cxnSpLocks/>
              <a:stCxn id="450" idx="2"/>
              <a:endCxn id="451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D724413B-F798-1616-471F-39D8141E47FA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2A854067-2A02-4580-8D61-40C5E17D889D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73658F2A-8628-4AA9-06B9-11383FFDC531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B1DC15B0-A2F0-D277-A8A1-AEF93B72B6D5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C034FB18-25A5-EA2C-D41D-97D56C557D57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5612766F-A1FA-C06B-E42A-1ABCBFA6C2E3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C4EB8CA6-6E5D-D5ED-7C71-73BEE194D8B5}"/>
                </a:ext>
              </a:extLst>
            </p:cNvPr>
            <p:cNvCxnSpPr>
              <a:cxnSpLocks/>
              <a:stCxn id="449" idx="5"/>
              <a:endCxn id="450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F1E74AF5-45C1-D269-CB0E-E9769FA96C78}"/>
                </a:ext>
              </a:extLst>
            </p:cNvPr>
            <p:cNvCxnSpPr>
              <a:cxnSpLocks/>
              <a:stCxn id="446" idx="5"/>
              <a:endCxn id="450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DA3BDFEF-6482-2EF0-489F-58B3B21BFC74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85B0881A-5A27-74F6-BDDA-CC04492E1A71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E87FBBA1-F5D1-3FA9-EE56-B4C617C01A92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C9FC8569-6748-03A9-A871-F833B2D9C4E5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8D74CEB7-BCC6-F11C-0065-1FAFD8651CA6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2DFDC099-8168-F9C5-F6F6-314DF85CE949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F71A677F-991D-FAEB-F064-D272698BAD6C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A62766D9-5067-2A9A-85F0-4962684BFCBC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A588F203-91CD-4273-2A3D-3A51E7160E97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27C0F6E6-54D5-FBD0-3F8A-A7A8E0836E84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4F234110-BC6A-C5DB-7725-547CF8E827EE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32167427-DBFB-9D34-530B-731111357E45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484C7600-D1AF-CB9B-F0C9-9C206D79F896}"/>
                </a:ext>
              </a:extLst>
            </p:cNvPr>
            <p:cNvCxnSpPr>
              <a:cxnSpLocks/>
              <a:stCxn id="473" idx="5"/>
              <a:endCxn id="451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9FC656C9-946C-9794-E163-AB0EE513C401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03118CAE-D690-CFF7-2C3B-3DD15752CE8E}"/>
                </a:ext>
              </a:extLst>
            </p:cNvPr>
            <p:cNvCxnSpPr>
              <a:cxnSpLocks/>
              <a:stCxn id="472" idx="2"/>
              <a:endCxn id="473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C95BAC7C-A8EE-9D0E-8FD5-7A20B7D5684B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0A23D92A-185C-FDE2-4D4C-8A26DC13F0E0}"/>
                </a:ext>
              </a:extLst>
            </p:cNvPr>
            <p:cNvCxnSpPr>
              <a:cxnSpLocks/>
              <a:stCxn id="472" idx="7"/>
              <a:endCxn id="448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90D1399-6AAE-7376-411E-56DF3E0905FD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2798259A-32BE-93FA-CD54-865549F3144F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845429AA-1DB2-D9F1-2F81-A61F68706409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pic>
        <p:nvPicPr>
          <p:cNvPr id="474" name="Picture 2">
            <a:extLst>
              <a:ext uri="{FF2B5EF4-FFF2-40B4-BE49-F238E27FC236}">
                <a16:creationId xmlns:a16="http://schemas.microsoft.com/office/drawing/2014/main" id="{F7DFD06A-5940-313A-9144-59F42F8A4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591" y="1248355"/>
            <a:ext cx="739436" cy="98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5" name="TextBox 474">
            <a:extLst>
              <a:ext uri="{FF2B5EF4-FFF2-40B4-BE49-F238E27FC236}">
                <a16:creationId xmlns:a16="http://schemas.microsoft.com/office/drawing/2014/main" id="{E74FDEE0-9F5D-D010-732E-385B1C4DB445}"/>
              </a:ext>
            </a:extLst>
          </p:cNvPr>
          <p:cNvSpPr txBox="1"/>
          <p:nvPr/>
        </p:nvSpPr>
        <p:spPr bwMode="gray">
          <a:xfrm>
            <a:off x="7909529" y="2245408"/>
            <a:ext cx="993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Edsger</a:t>
            </a: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Dijkstra</a:t>
            </a:r>
            <a:endParaRPr lang="en-US" sz="8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(1930 – </a:t>
            </a:r>
            <a:r>
              <a:rPr lang="de-DE" sz="800" b="1" dirty="0">
                <a:solidFill>
                  <a:srgbClr val="202122"/>
                </a:solidFill>
                <a:latin typeface="Arial" panose="020B0604020202020204" pitchFamily="34" charset="0"/>
              </a:rPr>
              <a:t>2002</a:t>
            </a:r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1431307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8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71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7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83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87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91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9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9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D2D1"/>
                                      </p:to>
                                    </p:animClr>
                                    <p:set>
                                      <p:cBhvr>
                                        <p:cTn id="221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D2D1"/>
                                      </p:to>
                                    </p:animClr>
                                    <p:set>
                                      <p:cBhvr>
                                        <p:cTn id="22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7" grpId="0"/>
      <p:bldP spid="79" grpId="0"/>
      <p:bldP spid="81" grpId="0"/>
      <p:bldP spid="4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A933111-8D36-3832-31B8-199935483F3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709167" cy="3563938"/>
              </a:xfrm>
            </p:spPr>
            <p:txBody>
              <a:bodyPr/>
              <a:lstStyle/>
              <a:p>
                <a:r>
                  <a:rPr lang="de-DE" b="1" dirty="0"/>
                  <a:t>Implementierung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Prioritätswarteschlange über Kanten</a:t>
                </a:r>
              </a:p>
              <a:p>
                <a:pPr lvl="1"/>
                <a:r>
                  <a:rPr lang="de-DE" sz="1200" dirty="0"/>
                  <a:t>Prioritäten werden separat in einem Schlüssel gesetzt und müssen auch angepasst werden können</a:t>
                </a:r>
              </a:p>
              <a:p>
                <a:pPr lvl="1"/>
                <a:r>
                  <a:rPr lang="de-DE" sz="1200" dirty="0"/>
                  <a:t>Komplexität: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de-DE" sz="1200" dirty="0"/>
              </a:p>
              <a:p>
                <a:r>
                  <a:rPr lang="de-DE" sz="1200" b="1" dirty="0"/>
                  <a:t>Korrektheitsbeweis</a:t>
                </a:r>
                <a:r>
                  <a:rPr lang="de-DE" sz="1200" dirty="0"/>
                  <a:t>: </a:t>
                </a:r>
              </a:p>
              <a:p>
                <a:pPr lvl="1"/>
                <a:r>
                  <a:rPr lang="de-DE" sz="1200" dirty="0"/>
                  <a:t>Jede Kante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1200" dirty="0"/>
                  <a:t> wird genau einmal relaxed so dass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dist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to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dist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to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weight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de-DE" sz="1200" dirty="0"/>
              </a:p>
              <a:p>
                <a:pPr lvl="1"/>
                <a:r>
                  <a:rPr lang="de-DE" sz="1200" dirty="0"/>
                  <a:t>Diese Ungleichung gilt bis zur Termination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kann nicht wachsen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kann nicht wachsen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A933111-8D36-3832-31B8-199935483F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709167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76011DA-EFD2-E468-0741-D051D741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Dijkstra's</a:t>
            </a:r>
            <a:r>
              <a:rPr lang="de-DE" dirty="0"/>
              <a:t> Algorithmus Implementierung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C14C2-6A0B-268C-79B4-C3D5BA994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1259060"/>
            <a:ext cx="3218036" cy="35254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588B5D-EDA5-2B43-2581-70B9B0DC27CC}"/>
              </a:ext>
            </a:extLst>
          </p:cNvPr>
          <p:cNvCxnSpPr>
            <a:cxnSpLocks/>
          </p:cNvCxnSpPr>
          <p:nvPr/>
        </p:nvCxnSpPr>
        <p:spPr bwMode="gray">
          <a:xfrm flipV="1">
            <a:off x="3530572" y="2355726"/>
            <a:ext cx="1545487" cy="166606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84799B-0914-72D6-E6D2-C55ADE295C50}"/>
              </a:ext>
            </a:extLst>
          </p:cNvPr>
          <p:cNvCxnSpPr>
            <a:cxnSpLocks/>
          </p:cNvCxnSpPr>
          <p:nvPr/>
        </p:nvCxnSpPr>
        <p:spPr bwMode="gray">
          <a:xfrm>
            <a:off x="3530572" y="4245265"/>
            <a:ext cx="1401468" cy="12668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380154-8C63-D96E-159E-003D7F99E52E}"/>
              </a:ext>
            </a:extLst>
          </p:cNvPr>
          <p:cNvSpPr txBox="1"/>
          <p:nvPr/>
        </p:nvSpPr>
        <p:spPr bwMode="gray">
          <a:xfrm>
            <a:off x="7598268" y="2641530"/>
            <a:ext cx="1438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hlinkClick r:id="rId4"/>
              </a:rPr>
              <a:t>dijkstra.h</a:t>
            </a:r>
            <a:endParaRPr lang="en-DE" sz="1800" b="1" dirty="0"/>
          </a:p>
        </p:txBody>
      </p:sp>
    </p:spTree>
    <p:extLst>
      <p:ext uri="{BB962C8B-B14F-4D97-AF65-F5344CB8AC3E}">
        <p14:creationId xmlns:p14="http://schemas.microsoft.com/office/powerpoint/2010/main" val="2411353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3658B7-92E3-9E97-0D68-06848C10D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1475929"/>
          </a:xfrm>
        </p:spPr>
        <p:txBody>
          <a:bodyPr/>
          <a:lstStyle/>
          <a:p>
            <a:r>
              <a:rPr lang="de-DE" b="1" dirty="0"/>
              <a:t>Frage</a:t>
            </a:r>
            <a:r>
              <a:rPr lang="de-DE" dirty="0"/>
              <a:t>: Sind </a:t>
            </a:r>
            <a:r>
              <a:rPr lang="de-DE" dirty="0" err="1"/>
              <a:t>Dijkstra’s</a:t>
            </a:r>
            <a:r>
              <a:rPr lang="de-DE" dirty="0"/>
              <a:t> und </a:t>
            </a:r>
            <a:r>
              <a:rPr lang="de-DE" dirty="0" err="1"/>
              <a:t>Prim’s</a:t>
            </a:r>
            <a:r>
              <a:rPr lang="de-DE" dirty="0"/>
              <a:t> Algorithmus ähnlich?</a:t>
            </a:r>
          </a:p>
          <a:p>
            <a:pPr lvl="1"/>
            <a:r>
              <a:rPr lang="de-DE" sz="1200" dirty="0"/>
              <a:t>Es sind essentiell die gleichen Algorithmen!</a:t>
            </a:r>
          </a:p>
          <a:p>
            <a:pPr lvl="1"/>
            <a:r>
              <a:rPr lang="de-DE" sz="1200" dirty="0"/>
              <a:t>Beide Algorithmen berechnen einen minimalen Spannbaum</a:t>
            </a:r>
          </a:p>
          <a:p>
            <a:pPr lvl="1"/>
            <a:endParaRPr lang="de-DE" dirty="0"/>
          </a:p>
          <a:p>
            <a:r>
              <a:rPr lang="de-DE" b="1" dirty="0"/>
              <a:t>Unterschiede:</a:t>
            </a:r>
          </a:p>
          <a:p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8256DF-8E54-CFE8-D391-07642688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Dijkstra’s</a:t>
            </a:r>
            <a:r>
              <a:rPr lang="de-DE" dirty="0"/>
              <a:t> &amp; </a:t>
            </a:r>
            <a:r>
              <a:rPr lang="de-DE" dirty="0" err="1"/>
              <a:t>Prim’s</a:t>
            </a:r>
            <a:r>
              <a:rPr lang="de-DE" dirty="0"/>
              <a:t> Algorithmus</a:t>
            </a:r>
          </a:p>
        </p:txBody>
      </p:sp>
      <p:sp>
        <p:nvSpPr>
          <p:cNvPr id="4" name="Rechteck 28">
            <a:extLst>
              <a:ext uri="{FF2B5EF4-FFF2-40B4-BE49-F238E27FC236}">
                <a16:creationId xmlns:a16="http://schemas.microsoft.com/office/drawing/2014/main" id="{0E521C75-50CD-BFB6-07C8-78F8EC350706}"/>
              </a:ext>
            </a:extLst>
          </p:cNvPr>
          <p:cNvSpPr/>
          <p:nvPr/>
        </p:nvSpPr>
        <p:spPr bwMode="gray">
          <a:xfrm>
            <a:off x="6443410" y="1548829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5" name="Rechteck 30">
            <a:extLst>
              <a:ext uri="{FF2B5EF4-FFF2-40B4-BE49-F238E27FC236}">
                <a16:creationId xmlns:a16="http://schemas.microsoft.com/office/drawing/2014/main" id="{B76F1D07-3820-D444-3948-9E4087928353}"/>
              </a:ext>
            </a:extLst>
          </p:cNvPr>
          <p:cNvSpPr/>
          <p:nvPr/>
        </p:nvSpPr>
        <p:spPr bwMode="gray">
          <a:xfrm>
            <a:off x="7740352" y="1555017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echteck 32">
            <a:extLst>
              <a:ext uri="{FF2B5EF4-FFF2-40B4-BE49-F238E27FC236}">
                <a16:creationId xmlns:a16="http://schemas.microsoft.com/office/drawing/2014/main" id="{C32220DC-86F2-E6B1-5F2C-2F36DC88A91E}"/>
              </a:ext>
            </a:extLst>
          </p:cNvPr>
          <p:cNvSpPr/>
          <p:nvPr/>
        </p:nvSpPr>
        <p:spPr bwMode="gray">
          <a:xfrm>
            <a:off x="6443809" y="1242769"/>
            <a:ext cx="900000" cy="216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Ja</a:t>
            </a:r>
          </a:p>
        </p:txBody>
      </p:sp>
      <p:sp>
        <p:nvSpPr>
          <p:cNvPr id="7" name="Rechteck 33">
            <a:extLst>
              <a:ext uri="{FF2B5EF4-FFF2-40B4-BE49-F238E27FC236}">
                <a16:creationId xmlns:a16="http://schemas.microsoft.com/office/drawing/2014/main" id="{07BD2B86-B1D6-C478-7276-CF2904675A57}"/>
              </a:ext>
            </a:extLst>
          </p:cNvPr>
          <p:cNvSpPr/>
          <p:nvPr/>
        </p:nvSpPr>
        <p:spPr bwMode="gray">
          <a:xfrm>
            <a:off x="7740352" y="1242769"/>
            <a:ext cx="900000" cy="216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Nein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7CDF80-0BC8-170C-D240-06D637823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3304177"/>
            <a:ext cx="1524000" cy="152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89826A-27F8-54A4-00AB-534CE6EE1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291477"/>
            <a:ext cx="1549400" cy="1536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42A756-C3D7-1633-2A6A-820721DF5979}"/>
              </a:ext>
            </a:extLst>
          </p:cNvPr>
          <p:cNvSpPr txBox="1"/>
          <p:nvPr/>
        </p:nvSpPr>
        <p:spPr bwMode="gray">
          <a:xfrm>
            <a:off x="725846" y="2859782"/>
            <a:ext cx="2616971" cy="2111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/>
              <a:t>Prim</a:t>
            </a:r>
            <a:r>
              <a:rPr lang="de-DE" sz="1200" dirty="0"/>
              <a:t>: </a:t>
            </a:r>
            <a:r>
              <a:rPr lang="de-DE" sz="1200" dirty="0" err="1"/>
              <a:t>Nähesten</a:t>
            </a:r>
            <a:r>
              <a:rPr lang="de-DE" sz="1200" dirty="0"/>
              <a:t> Knoten zum</a:t>
            </a:r>
            <a:br>
              <a:rPr lang="de-DE" sz="1200" dirty="0"/>
            </a:br>
            <a:r>
              <a:rPr lang="de-DE" sz="1200" dirty="0"/>
              <a:t>minimalen Spannbaum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1FE11-24A8-34D3-034D-B4A9F165DE2A}"/>
              </a:ext>
            </a:extLst>
          </p:cNvPr>
          <p:cNvSpPr txBox="1"/>
          <p:nvPr/>
        </p:nvSpPr>
        <p:spPr bwMode="gray">
          <a:xfrm>
            <a:off x="3593466" y="2859782"/>
            <a:ext cx="2616971" cy="2111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/>
              <a:t>Dijkstra</a:t>
            </a:r>
            <a:r>
              <a:rPr lang="de-DE" sz="1200" dirty="0"/>
              <a:t>: </a:t>
            </a:r>
            <a:r>
              <a:rPr lang="de-DE" sz="1200" dirty="0" err="1"/>
              <a:t>Nähesten</a:t>
            </a:r>
            <a:r>
              <a:rPr lang="de-DE" sz="1200" dirty="0"/>
              <a:t> Knoten zum Start</a:t>
            </a:r>
          </a:p>
        </p:txBody>
      </p:sp>
    </p:spTree>
    <p:extLst>
      <p:ext uri="{BB962C8B-B14F-4D97-AF65-F5344CB8AC3E}">
        <p14:creationId xmlns:p14="http://schemas.microsoft.com/office/powerpoint/2010/main" val="38918521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b="1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51548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4FD8E8-55E5-0CB4-51EF-5E34B9B408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781756" cy="3563938"/>
          </a:xfrm>
        </p:spPr>
        <p:txBody>
          <a:bodyPr/>
          <a:lstStyle/>
          <a:p>
            <a:r>
              <a:rPr lang="de-DE" dirty="0" err="1"/>
              <a:t>Djikstra’s</a:t>
            </a:r>
            <a:r>
              <a:rPr lang="de-DE" dirty="0"/>
              <a:t> Algorithmus funktioniert nicht mehr</a:t>
            </a:r>
          </a:p>
          <a:p>
            <a:pPr lvl="1"/>
            <a:r>
              <a:rPr lang="de-DE" sz="1200" dirty="0"/>
              <a:t>Neugewichten durch Addition funktioniert nicht!</a:t>
            </a:r>
          </a:p>
          <a:p>
            <a:endParaRPr lang="de-DE" b="1" dirty="0"/>
          </a:p>
          <a:p>
            <a:r>
              <a:rPr lang="de-DE" b="1" dirty="0"/>
              <a:t>Definition (Negativer Zyklus)</a:t>
            </a:r>
            <a:r>
              <a:rPr lang="de-DE" dirty="0"/>
              <a:t>. Ein </a:t>
            </a:r>
            <a:r>
              <a:rPr lang="de-DE" b="1" dirty="0"/>
              <a:t>negativer Zyklus</a:t>
            </a:r>
            <a:r>
              <a:rPr lang="de-DE" dirty="0"/>
              <a:t> ist ein gerichteter Zyklus, dessen Summe der Gewichte der Kanten negativ ist</a:t>
            </a:r>
          </a:p>
          <a:p>
            <a:r>
              <a:rPr lang="de-DE" b="1" dirty="0"/>
              <a:t>Satz</a:t>
            </a:r>
            <a:r>
              <a:rPr lang="de-DE" dirty="0"/>
              <a:t>. Ein Kürzester-Pfade-Baum (SPT) existiert nur genau dann wenn es keine negative Zyklen gibt.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42F560-6806-197D-8F80-D1A3481A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Negative Kantengewichte und Zyklen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D3AD24C-599E-4336-5194-50427B10160A}"/>
              </a:ext>
            </a:extLst>
          </p:cNvPr>
          <p:cNvCxnSpPr>
            <a:cxnSpLocks/>
            <a:stCxn id="59" idx="6"/>
            <a:endCxn id="56" idx="2"/>
          </p:cNvCxnSpPr>
          <p:nvPr/>
        </p:nvCxnSpPr>
        <p:spPr bwMode="gray">
          <a:xfrm>
            <a:off x="5436096" y="1419622"/>
            <a:ext cx="602139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7468B84-9F1B-B4E1-5B33-60C1EEFA6A56}"/>
              </a:ext>
            </a:extLst>
          </p:cNvPr>
          <p:cNvCxnSpPr>
            <a:cxnSpLocks/>
            <a:stCxn id="61" idx="0"/>
            <a:endCxn id="59" idx="4"/>
          </p:cNvCxnSpPr>
          <p:nvPr/>
        </p:nvCxnSpPr>
        <p:spPr bwMode="gray">
          <a:xfrm flipV="1">
            <a:off x="5328084" y="1527634"/>
            <a:ext cx="0" cy="558882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FE1F23D-AEB8-4513-EA13-488A172B7E33}"/>
              </a:ext>
            </a:extLst>
          </p:cNvPr>
          <p:cNvCxnSpPr>
            <a:cxnSpLocks/>
            <a:stCxn id="60" idx="2"/>
            <a:endCxn id="61" idx="6"/>
          </p:cNvCxnSpPr>
          <p:nvPr/>
        </p:nvCxnSpPr>
        <p:spPr bwMode="gray">
          <a:xfrm flipH="1">
            <a:off x="5436096" y="2194528"/>
            <a:ext cx="602139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241F485-A86F-374E-56FF-D6F7BD0BB483}"/>
              </a:ext>
            </a:extLst>
          </p:cNvPr>
          <p:cNvCxnSpPr>
            <a:cxnSpLocks/>
            <a:stCxn id="60" idx="0"/>
            <a:endCxn id="56" idx="4"/>
          </p:cNvCxnSpPr>
          <p:nvPr/>
        </p:nvCxnSpPr>
        <p:spPr bwMode="gray">
          <a:xfrm flipV="1">
            <a:off x="6146247" y="1527634"/>
            <a:ext cx="0" cy="558882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D51DF3D4-22EB-56D6-E48E-EEB1FD0EBD60}"/>
              </a:ext>
            </a:extLst>
          </p:cNvPr>
          <p:cNvSpPr/>
          <p:nvPr/>
        </p:nvSpPr>
        <p:spPr bwMode="gray">
          <a:xfrm>
            <a:off x="5120468" y="17286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89BCB4D-A478-7F66-B92B-51EEE58217B7}"/>
              </a:ext>
            </a:extLst>
          </p:cNvPr>
          <p:cNvSpPr/>
          <p:nvPr/>
        </p:nvSpPr>
        <p:spPr bwMode="gray">
          <a:xfrm>
            <a:off x="5532947" y="130704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3676658-1C23-5983-F597-29AE467E9763}"/>
              </a:ext>
            </a:extLst>
          </p:cNvPr>
          <p:cNvSpPr/>
          <p:nvPr/>
        </p:nvSpPr>
        <p:spPr bwMode="gray">
          <a:xfrm>
            <a:off x="5585202" y="208175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394A233-69D7-BFBA-A5AD-17B608F02B20}"/>
              </a:ext>
            </a:extLst>
          </p:cNvPr>
          <p:cNvCxnSpPr>
            <a:cxnSpLocks/>
            <a:stCxn id="59" idx="5"/>
            <a:endCxn id="60" idx="1"/>
          </p:cNvCxnSpPr>
          <p:nvPr/>
        </p:nvCxnSpPr>
        <p:spPr bwMode="gray">
          <a:xfrm>
            <a:off x="5404460" y="1495998"/>
            <a:ext cx="665411" cy="622154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4AF482F-AE05-8DE3-D7D7-A22056650BAB}"/>
              </a:ext>
            </a:extLst>
          </p:cNvPr>
          <p:cNvSpPr/>
          <p:nvPr/>
        </p:nvSpPr>
        <p:spPr bwMode="gray">
          <a:xfrm>
            <a:off x="6103293" y="172004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-8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2810895-B950-E993-B589-86D511AC4085}"/>
              </a:ext>
            </a:extLst>
          </p:cNvPr>
          <p:cNvSpPr/>
          <p:nvPr/>
        </p:nvSpPr>
        <p:spPr bwMode="gray">
          <a:xfrm>
            <a:off x="5653926" y="17286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D588A29-C093-D64D-FC22-136F010F94D5}"/>
              </a:ext>
            </a:extLst>
          </p:cNvPr>
          <p:cNvCxnSpPr>
            <a:cxnSpLocks/>
            <a:stCxn id="114" idx="6"/>
            <a:endCxn id="113" idx="2"/>
          </p:cNvCxnSpPr>
          <p:nvPr/>
        </p:nvCxnSpPr>
        <p:spPr bwMode="gray">
          <a:xfrm>
            <a:off x="7594770" y="1419622"/>
            <a:ext cx="602139" cy="0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8921147-9146-BD0A-F536-3032019E86FD}"/>
              </a:ext>
            </a:extLst>
          </p:cNvPr>
          <p:cNvCxnSpPr>
            <a:cxnSpLocks/>
            <a:stCxn id="116" idx="0"/>
            <a:endCxn id="114" idx="4"/>
          </p:cNvCxnSpPr>
          <p:nvPr/>
        </p:nvCxnSpPr>
        <p:spPr bwMode="gray">
          <a:xfrm flipV="1">
            <a:off x="7486758" y="1527634"/>
            <a:ext cx="0" cy="558882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A48EF3D-749D-BD3E-7192-C91BCFF27705}"/>
              </a:ext>
            </a:extLst>
          </p:cNvPr>
          <p:cNvCxnSpPr>
            <a:cxnSpLocks/>
            <a:stCxn id="115" idx="2"/>
            <a:endCxn id="116" idx="6"/>
          </p:cNvCxnSpPr>
          <p:nvPr/>
        </p:nvCxnSpPr>
        <p:spPr bwMode="gray">
          <a:xfrm flipH="1">
            <a:off x="7594770" y="2194528"/>
            <a:ext cx="602139" cy="0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69FA487-7324-CA54-EFB3-ABFF359CD37D}"/>
              </a:ext>
            </a:extLst>
          </p:cNvPr>
          <p:cNvCxnSpPr>
            <a:cxnSpLocks/>
            <a:stCxn id="115" idx="0"/>
            <a:endCxn id="113" idx="4"/>
          </p:cNvCxnSpPr>
          <p:nvPr/>
        </p:nvCxnSpPr>
        <p:spPr bwMode="gray">
          <a:xfrm flipV="1">
            <a:off x="8304921" y="1527634"/>
            <a:ext cx="0" cy="558882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501B148-DB6E-CC25-B7DB-5DD88B0B133A}"/>
              </a:ext>
            </a:extLst>
          </p:cNvPr>
          <p:cNvSpPr/>
          <p:nvPr/>
        </p:nvSpPr>
        <p:spPr bwMode="gray">
          <a:xfrm>
            <a:off x="7239725" y="173237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62C4FD1-945F-F8C6-E1DD-196FC3197866}"/>
              </a:ext>
            </a:extLst>
          </p:cNvPr>
          <p:cNvSpPr/>
          <p:nvPr/>
        </p:nvSpPr>
        <p:spPr bwMode="gray">
          <a:xfrm>
            <a:off x="7691621" y="130704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9377633-5F30-4265-6214-AEF0A17936CD}"/>
              </a:ext>
            </a:extLst>
          </p:cNvPr>
          <p:cNvSpPr/>
          <p:nvPr/>
        </p:nvSpPr>
        <p:spPr bwMode="gray">
          <a:xfrm>
            <a:off x="7743876" y="208175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845EBAC-103D-5429-93F2-82F209DBC6DF}"/>
              </a:ext>
            </a:extLst>
          </p:cNvPr>
          <p:cNvCxnSpPr>
            <a:cxnSpLocks/>
            <a:stCxn id="114" idx="5"/>
            <a:endCxn id="115" idx="1"/>
          </p:cNvCxnSpPr>
          <p:nvPr/>
        </p:nvCxnSpPr>
        <p:spPr bwMode="gray">
          <a:xfrm>
            <a:off x="7563134" y="1495998"/>
            <a:ext cx="665411" cy="622154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3FE7EDF-6CC6-C93D-200B-73B53AFF7BE8}"/>
              </a:ext>
            </a:extLst>
          </p:cNvPr>
          <p:cNvSpPr/>
          <p:nvPr/>
        </p:nvSpPr>
        <p:spPr bwMode="gray">
          <a:xfrm>
            <a:off x="8261967" y="172004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A160F62-2312-35DD-1BE3-CE0C8865697C}"/>
              </a:ext>
            </a:extLst>
          </p:cNvPr>
          <p:cNvSpPr/>
          <p:nvPr/>
        </p:nvSpPr>
        <p:spPr bwMode="gray">
          <a:xfrm>
            <a:off x="7812600" y="17286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AC37D28-A1AB-69B7-96CD-F02ED1583AAC}"/>
              </a:ext>
            </a:extLst>
          </p:cNvPr>
          <p:cNvCxnSpPr>
            <a:cxnSpLocks/>
            <a:stCxn id="138" idx="7"/>
            <a:endCxn id="135" idx="2"/>
          </p:cNvCxnSpPr>
          <p:nvPr/>
        </p:nvCxnSpPr>
        <p:spPr bwMode="gray">
          <a:xfrm flipV="1">
            <a:off x="5402146" y="2661501"/>
            <a:ext cx="570525" cy="6982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7A3A355-30D7-FD3E-5556-500D48B6C702}"/>
              </a:ext>
            </a:extLst>
          </p:cNvPr>
          <p:cNvCxnSpPr>
            <a:cxnSpLocks/>
            <a:stCxn id="134" idx="6"/>
            <a:endCxn id="137" idx="2"/>
          </p:cNvCxnSpPr>
          <p:nvPr/>
        </p:nvCxnSpPr>
        <p:spPr bwMode="gray">
          <a:xfrm flipV="1">
            <a:off x="6230115" y="3193172"/>
            <a:ext cx="275653" cy="110353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497515E-0AE1-1EBA-3670-A16135EF0540}"/>
              </a:ext>
            </a:extLst>
          </p:cNvPr>
          <p:cNvCxnSpPr>
            <a:cxnSpLocks/>
            <a:stCxn id="135" idx="6"/>
            <a:endCxn id="136" idx="2"/>
          </p:cNvCxnSpPr>
          <p:nvPr/>
        </p:nvCxnSpPr>
        <p:spPr bwMode="gray">
          <a:xfrm>
            <a:off x="6188695" y="2661501"/>
            <a:ext cx="303821" cy="8653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19DF4D1D-5C31-9C89-6E63-DDBB4E81A4E5}"/>
              </a:ext>
            </a:extLst>
          </p:cNvPr>
          <p:cNvCxnSpPr>
            <a:cxnSpLocks/>
            <a:stCxn id="138" idx="4"/>
            <a:endCxn id="140" idx="0"/>
          </p:cNvCxnSpPr>
          <p:nvPr/>
        </p:nvCxnSpPr>
        <p:spPr bwMode="gray">
          <a:xfrm flipH="1">
            <a:off x="5318216" y="2915713"/>
            <a:ext cx="7554" cy="562478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2741321-6489-864A-2FAC-F629D1F8CDA3}"/>
              </a:ext>
            </a:extLst>
          </p:cNvPr>
          <p:cNvCxnSpPr>
            <a:cxnSpLocks/>
            <a:stCxn id="141" idx="1"/>
            <a:endCxn id="138" idx="6"/>
          </p:cNvCxnSpPr>
          <p:nvPr/>
        </p:nvCxnSpPr>
        <p:spPr bwMode="gray">
          <a:xfrm flipH="1" flipV="1">
            <a:off x="5433782" y="2807701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3653017-7F14-481D-1877-C1E97C970D03}"/>
              </a:ext>
            </a:extLst>
          </p:cNvPr>
          <p:cNvCxnSpPr>
            <a:cxnSpLocks/>
            <a:stCxn id="141" idx="3"/>
            <a:endCxn id="140" idx="7"/>
          </p:cNvCxnSpPr>
          <p:nvPr/>
        </p:nvCxnSpPr>
        <p:spPr bwMode="gray">
          <a:xfrm flipH="1">
            <a:off x="5394592" y="3077392"/>
            <a:ext cx="349930" cy="432435"/>
          </a:xfrm>
          <a:prstGeom prst="line">
            <a:avLst/>
          </a:prstGeom>
          <a:ln w="19050">
            <a:solidFill>
              <a:srgbClr val="C0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B96E1CDF-E2E3-5B25-FB50-59B00DF3A863}"/>
              </a:ext>
            </a:extLst>
          </p:cNvPr>
          <p:cNvCxnSpPr>
            <a:cxnSpLocks/>
            <a:stCxn id="137" idx="1"/>
            <a:endCxn id="141" idx="6"/>
          </p:cNvCxnSpPr>
          <p:nvPr/>
        </p:nvCxnSpPr>
        <p:spPr bwMode="gray">
          <a:xfrm flipH="1" flipV="1">
            <a:off x="5928910" y="3001016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2DC43FC-1FC3-9878-3BB2-ACA2BB861A52}"/>
              </a:ext>
            </a:extLst>
          </p:cNvPr>
          <p:cNvCxnSpPr>
            <a:cxnSpLocks/>
            <a:stCxn id="136" idx="5"/>
            <a:endCxn id="139" idx="0"/>
          </p:cNvCxnSpPr>
          <p:nvPr/>
        </p:nvCxnSpPr>
        <p:spPr bwMode="gray">
          <a:xfrm>
            <a:off x="6676904" y="2824415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C789963-FC22-882C-744A-319E1E80D587}"/>
              </a:ext>
            </a:extLst>
          </p:cNvPr>
          <p:cNvCxnSpPr>
            <a:cxnSpLocks/>
            <a:stCxn id="139" idx="2"/>
            <a:endCxn id="140" idx="6"/>
          </p:cNvCxnSpPr>
          <p:nvPr/>
        </p:nvCxnSpPr>
        <p:spPr bwMode="gray">
          <a:xfrm flipH="1" flipV="1">
            <a:off x="5426228" y="3586203"/>
            <a:ext cx="1704857" cy="22237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03CD9FB-3179-C2F7-5F58-7DDC5D2C85A9}"/>
              </a:ext>
            </a:extLst>
          </p:cNvPr>
          <p:cNvCxnSpPr>
            <a:cxnSpLocks/>
            <a:stCxn id="137" idx="5"/>
            <a:endCxn id="139" idx="1"/>
          </p:cNvCxnSpPr>
          <p:nvPr/>
        </p:nvCxnSpPr>
        <p:spPr bwMode="gray">
          <a:xfrm>
            <a:off x="6690156" y="3269548"/>
            <a:ext cx="472565" cy="262516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7D9E76-5017-FCC6-891C-F7935F973CDB}"/>
              </a:ext>
            </a:extLst>
          </p:cNvPr>
          <p:cNvCxnSpPr>
            <a:cxnSpLocks/>
            <a:stCxn id="134" idx="5"/>
            <a:endCxn id="139" idx="2"/>
          </p:cNvCxnSpPr>
          <p:nvPr/>
        </p:nvCxnSpPr>
        <p:spPr bwMode="gray">
          <a:xfrm>
            <a:off x="6198479" y="3379901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330BFFC-8776-5F9A-7A9A-CBCEE22BC953}"/>
              </a:ext>
            </a:extLst>
          </p:cNvPr>
          <p:cNvSpPr/>
          <p:nvPr/>
        </p:nvSpPr>
        <p:spPr bwMode="gray">
          <a:xfrm rot="16200000">
            <a:off x="5098354" y="319407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0649595-42DF-5EFA-F437-6DBE571DC773}"/>
              </a:ext>
            </a:extLst>
          </p:cNvPr>
          <p:cNvSpPr/>
          <p:nvPr/>
        </p:nvSpPr>
        <p:spPr bwMode="gray">
          <a:xfrm rot="18496486">
            <a:off x="5397707" y="32048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A198C27-8170-4E3B-521B-3A9B122DE391}"/>
              </a:ext>
            </a:extLst>
          </p:cNvPr>
          <p:cNvSpPr/>
          <p:nvPr/>
        </p:nvSpPr>
        <p:spPr bwMode="gray">
          <a:xfrm rot="1069939">
            <a:off x="5468215" y="278112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FA752A7-4549-DAAD-0B67-8469A1334A48}"/>
              </a:ext>
            </a:extLst>
          </p:cNvPr>
          <p:cNvSpPr/>
          <p:nvPr/>
        </p:nvSpPr>
        <p:spPr bwMode="gray">
          <a:xfrm rot="21114557">
            <a:off x="5507177" y="258415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9957C3C-64A1-AEDC-DA4D-4000BFD3DAAD}"/>
              </a:ext>
            </a:extLst>
          </p:cNvPr>
          <p:cNvSpPr/>
          <p:nvPr/>
        </p:nvSpPr>
        <p:spPr bwMode="gray">
          <a:xfrm rot="20404253">
            <a:off x="5622118" y="338001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B87A7CA-80F8-F19C-B63B-12D34EB5EAF9}"/>
              </a:ext>
            </a:extLst>
          </p:cNvPr>
          <p:cNvSpPr/>
          <p:nvPr/>
        </p:nvSpPr>
        <p:spPr bwMode="gray">
          <a:xfrm rot="20404253">
            <a:off x="6198937" y="314670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1AEADD0-0725-C4A8-B8FE-A369841AA032}"/>
              </a:ext>
            </a:extLst>
          </p:cNvPr>
          <p:cNvSpPr/>
          <p:nvPr/>
        </p:nvSpPr>
        <p:spPr bwMode="gray">
          <a:xfrm rot="836560">
            <a:off x="6183615" y="26066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B2C7BA49-83A0-D851-36F4-64E8A870F7C8}"/>
              </a:ext>
            </a:extLst>
          </p:cNvPr>
          <p:cNvSpPr/>
          <p:nvPr/>
        </p:nvSpPr>
        <p:spPr bwMode="gray">
          <a:xfrm rot="463785">
            <a:off x="6016650" y="295588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9EB04F8-F61C-EDE1-F036-49DDFB958F12}"/>
              </a:ext>
            </a:extLst>
          </p:cNvPr>
          <p:cNvSpPr/>
          <p:nvPr/>
        </p:nvSpPr>
        <p:spPr bwMode="gray">
          <a:xfrm rot="1513090">
            <a:off x="6774777" y="329739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3831A0A-DAF9-C802-520C-2F34F66E2390}"/>
              </a:ext>
            </a:extLst>
          </p:cNvPr>
          <p:cNvSpPr/>
          <p:nvPr/>
        </p:nvSpPr>
        <p:spPr bwMode="gray">
          <a:xfrm rot="3170706">
            <a:off x="6854538" y="308146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5AB7562-2E2E-F4DB-23A0-BD07E9720178}"/>
              </a:ext>
            </a:extLst>
          </p:cNvPr>
          <p:cNvSpPr/>
          <p:nvPr/>
        </p:nvSpPr>
        <p:spPr bwMode="gray">
          <a:xfrm rot="670477">
            <a:off x="6445272" y="338282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B1C81D3-16D6-88C4-D8FF-0AEBB34376E1}"/>
              </a:ext>
            </a:extLst>
          </p:cNvPr>
          <p:cNvSpPr/>
          <p:nvPr/>
        </p:nvSpPr>
        <p:spPr bwMode="gray">
          <a:xfrm>
            <a:off x="6034485" y="351853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45D634B-093E-A4C9-AEF4-AD719974EC49}"/>
              </a:ext>
            </a:extLst>
          </p:cNvPr>
          <p:cNvCxnSpPr>
            <a:cxnSpLocks/>
            <a:stCxn id="138" idx="5"/>
            <a:endCxn id="140" idx="7"/>
          </p:cNvCxnSpPr>
          <p:nvPr/>
        </p:nvCxnSpPr>
        <p:spPr bwMode="gray">
          <a:xfrm flipH="1">
            <a:off x="5394592" y="2884077"/>
            <a:ext cx="7554" cy="625750"/>
          </a:xfrm>
          <a:prstGeom prst="line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DF84D59-2CA8-E401-EDD1-AD7CE9C62ED3}"/>
              </a:ext>
            </a:extLst>
          </p:cNvPr>
          <p:cNvSpPr/>
          <p:nvPr/>
        </p:nvSpPr>
        <p:spPr bwMode="gray">
          <a:xfrm rot="16200000">
            <a:off x="5297182" y="309876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-0.66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A126B6B-E6BF-393C-012A-0BB8045151D2}"/>
              </a:ext>
            </a:extLst>
          </p:cNvPr>
          <p:cNvCxnSpPr>
            <a:cxnSpLocks/>
            <a:stCxn id="141" idx="2"/>
            <a:endCxn id="138" idx="5"/>
          </p:cNvCxnSpPr>
          <p:nvPr/>
        </p:nvCxnSpPr>
        <p:spPr bwMode="gray">
          <a:xfrm flipH="1" flipV="1">
            <a:off x="5402146" y="2884077"/>
            <a:ext cx="310740" cy="116939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31044F3-495C-A415-9157-6C0F62038CC6}"/>
              </a:ext>
            </a:extLst>
          </p:cNvPr>
          <p:cNvSpPr/>
          <p:nvPr/>
        </p:nvSpPr>
        <p:spPr bwMode="gray">
          <a:xfrm rot="1069939">
            <a:off x="5410706" y="29524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514D63CA-2B16-515A-20A5-C97D827F7793}"/>
              </a:ext>
            </a:extLst>
          </p:cNvPr>
          <p:cNvCxnSpPr>
            <a:cxnSpLocks/>
            <a:stCxn id="141" idx="7"/>
            <a:endCxn id="136" idx="3"/>
          </p:cNvCxnSpPr>
          <p:nvPr/>
        </p:nvCxnSpPr>
        <p:spPr bwMode="gray">
          <a:xfrm flipV="1">
            <a:off x="5897274" y="2824415"/>
            <a:ext cx="626878" cy="100225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592F7C1-2FA4-9D15-8E07-6FC4B1F496ED}"/>
              </a:ext>
            </a:extLst>
          </p:cNvPr>
          <p:cNvSpPr/>
          <p:nvPr/>
        </p:nvSpPr>
        <p:spPr bwMode="gray">
          <a:xfrm rot="21198216">
            <a:off x="6015717" y="278935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C3A5414-040D-6EDC-F2EF-43ED0869CE22}"/>
              </a:ext>
            </a:extLst>
          </p:cNvPr>
          <p:cNvSpPr txBox="1"/>
          <p:nvPr/>
        </p:nvSpPr>
        <p:spPr bwMode="gray">
          <a:xfrm>
            <a:off x="5350093" y="3720747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Negativer Zyklus (-0.66 + 0.28 + 0.37 = -0.01)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B30A946F-989F-A5D1-583C-5302AC134CF8}"/>
              </a:ext>
            </a:extLst>
          </p:cNvPr>
          <p:cNvSpPr/>
          <p:nvPr/>
        </p:nvSpPr>
        <p:spPr bwMode="gray">
          <a:xfrm>
            <a:off x="6014091" y="319551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F75DB40F-6377-AEF0-5E14-A5F7D28F9195}"/>
              </a:ext>
            </a:extLst>
          </p:cNvPr>
          <p:cNvSpPr/>
          <p:nvPr/>
        </p:nvSpPr>
        <p:spPr bwMode="gray">
          <a:xfrm>
            <a:off x="5972671" y="255348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0A2A1B4-39DA-1B2F-E50E-18305C001506}"/>
              </a:ext>
            </a:extLst>
          </p:cNvPr>
          <p:cNvSpPr/>
          <p:nvPr/>
        </p:nvSpPr>
        <p:spPr bwMode="gray">
          <a:xfrm>
            <a:off x="6492516" y="26400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E2659AB-95D9-2726-2FFE-D57E37DFFAAF}"/>
              </a:ext>
            </a:extLst>
          </p:cNvPr>
          <p:cNvSpPr/>
          <p:nvPr/>
        </p:nvSpPr>
        <p:spPr bwMode="gray">
          <a:xfrm>
            <a:off x="6505768" y="308516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3C760388-141B-AB78-C1A9-FB84FB03397A}"/>
              </a:ext>
            </a:extLst>
          </p:cNvPr>
          <p:cNvSpPr/>
          <p:nvPr/>
        </p:nvSpPr>
        <p:spPr bwMode="gray">
          <a:xfrm>
            <a:off x="5217758" y="269968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806D034A-1B12-6AC1-BDB2-A4B4B651367E}"/>
              </a:ext>
            </a:extLst>
          </p:cNvPr>
          <p:cNvSpPr/>
          <p:nvPr/>
        </p:nvSpPr>
        <p:spPr bwMode="gray">
          <a:xfrm>
            <a:off x="7131085" y="35004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5534286C-FD53-7E6C-D7CC-F735994278AE}"/>
              </a:ext>
            </a:extLst>
          </p:cNvPr>
          <p:cNvSpPr/>
          <p:nvPr/>
        </p:nvSpPr>
        <p:spPr bwMode="gray">
          <a:xfrm>
            <a:off x="5210204" y="347819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581E4A8C-5AF5-B8A5-F8A8-704BDC785380}"/>
              </a:ext>
            </a:extLst>
          </p:cNvPr>
          <p:cNvSpPr/>
          <p:nvPr/>
        </p:nvSpPr>
        <p:spPr bwMode="gray">
          <a:xfrm>
            <a:off x="5712886" y="289300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C136D59-0074-2399-9536-4EDC438A8FDC}"/>
              </a:ext>
            </a:extLst>
          </p:cNvPr>
          <p:cNvCxnSpPr>
            <a:cxnSpLocks/>
            <a:stCxn id="134" idx="3"/>
            <a:endCxn id="140" idx="6"/>
          </p:cNvCxnSpPr>
          <p:nvPr/>
        </p:nvCxnSpPr>
        <p:spPr bwMode="gray">
          <a:xfrm flipH="1">
            <a:off x="5426228" y="3379901"/>
            <a:ext cx="619499" cy="20630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5C124059-043A-7ADD-21D6-8CA1EBA08FDC}"/>
              </a:ext>
            </a:extLst>
          </p:cNvPr>
          <p:cNvSpPr/>
          <p:nvPr/>
        </p:nvSpPr>
        <p:spPr bwMode="gray">
          <a:xfrm>
            <a:off x="6038235" y="1311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A41739E-FAA5-309E-2555-A9E18C9785C6}"/>
              </a:ext>
            </a:extLst>
          </p:cNvPr>
          <p:cNvSpPr/>
          <p:nvPr/>
        </p:nvSpPr>
        <p:spPr bwMode="gray">
          <a:xfrm>
            <a:off x="5220072" y="1311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FF1A45F-CA51-E992-72A7-6C9E0A868A58}"/>
              </a:ext>
            </a:extLst>
          </p:cNvPr>
          <p:cNvSpPr/>
          <p:nvPr/>
        </p:nvSpPr>
        <p:spPr bwMode="gray">
          <a:xfrm>
            <a:off x="6038235" y="20865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6411E74-E4F4-5ACD-A1E3-60D45E87D84D}"/>
              </a:ext>
            </a:extLst>
          </p:cNvPr>
          <p:cNvSpPr/>
          <p:nvPr/>
        </p:nvSpPr>
        <p:spPr bwMode="gray">
          <a:xfrm>
            <a:off x="5220072" y="20865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8D37D9FA-749F-96C2-C4B5-5165DC2A258C}"/>
              </a:ext>
            </a:extLst>
          </p:cNvPr>
          <p:cNvSpPr/>
          <p:nvPr/>
        </p:nvSpPr>
        <p:spPr bwMode="gray">
          <a:xfrm>
            <a:off x="8196909" y="1311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00F14F7-B63B-6CF5-5EB7-B56370E2FDE4}"/>
              </a:ext>
            </a:extLst>
          </p:cNvPr>
          <p:cNvSpPr/>
          <p:nvPr/>
        </p:nvSpPr>
        <p:spPr bwMode="gray">
          <a:xfrm>
            <a:off x="7378746" y="1311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9E322D5F-DE94-74E1-08E6-E3F842C767D0}"/>
              </a:ext>
            </a:extLst>
          </p:cNvPr>
          <p:cNvSpPr/>
          <p:nvPr/>
        </p:nvSpPr>
        <p:spPr bwMode="gray">
          <a:xfrm>
            <a:off x="8196909" y="20865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683E846-751F-3AAE-27FF-331B51936809}"/>
              </a:ext>
            </a:extLst>
          </p:cNvPr>
          <p:cNvSpPr/>
          <p:nvPr/>
        </p:nvSpPr>
        <p:spPr bwMode="gray">
          <a:xfrm>
            <a:off x="7378746" y="20865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848241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5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57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60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31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60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63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66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69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72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75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78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0" dur="1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1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1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1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1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7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3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9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2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4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5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7" dur="1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1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0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1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2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3" dur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1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7" dur="1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9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3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34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37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0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8" grpId="0"/>
      <p:bldP spid="76" grpId="0"/>
      <p:bldP spid="108" grpId="0"/>
      <p:bldP spid="109" grpId="0"/>
      <p:bldP spid="118" grpId="0"/>
      <p:bldP spid="119" grpId="0"/>
      <p:bldP spid="120" grpId="0"/>
      <p:bldP spid="122" grpId="0"/>
      <p:bldP spid="123" grpId="0"/>
      <p:bldP spid="144" grpId="0"/>
      <p:bldP spid="145" grpId="0"/>
      <p:bldP spid="145" grpId="1"/>
      <p:bldP spid="145" grpId="2"/>
      <p:bldP spid="146" grpId="0"/>
      <p:bldP spid="147" grpId="0"/>
      <p:bldP spid="147" grpId="1"/>
      <p:bldP spid="147" grpId="2"/>
      <p:bldP spid="148" grpId="0"/>
      <p:bldP spid="148" grpId="1"/>
      <p:bldP spid="148" grpId="2"/>
      <p:bldP spid="149" grpId="0"/>
      <p:bldP spid="150" grpId="0"/>
      <p:bldP spid="150" grpId="1"/>
      <p:bldP spid="150" grpId="2"/>
      <p:bldP spid="151" grpId="0"/>
      <p:bldP spid="152" grpId="0"/>
      <p:bldP spid="153" grpId="0"/>
      <p:bldP spid="153" grpId="1"/>
      <p:bldP spid="153" grpId="2"/>
      <p:bldP spid="154" grpId="0"/>
      <p:bldP spid="155" grpId="0"/>
      <p:bldP spid="157" grpId="0"/>
      <p:bldP spid="157" grpId="1"/>
      <p:bldP spid="157" grpId="2"/>
      <p:bldP spid="159" grpId="0"/>
      <p:bldP spid="159" grpId="1"/>
      <p:bldP spid="159" grpId="2"/>
      <p:bldP spid="161" grpId="0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56" grpId="0" animBg="1"/>
      <p:bldP spid="59" grpId="0" animBg="1"/>
      <p:bldP spid="60" grpId="0" animBg="1"/>
      <p:bldP spid="61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19D597D-7868-EEBF-1B25-E37B54E98C3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997200" cy="3563938"/>
              </a:xfrm>
            </p:spPr>
            <p:txBody>
              <a:bodyPr/>
              <a:lstStyle/>
              <a:p>
                <a:r>
                  <a:rPr lang="de-DE" b="1" dirty="0"/>
                  <a:t>Grundidee</a:t>
                </a:r>
                <a:r>
                  <a:rPr lang="de-DE" dirty="0"/>
                  <a:t>: 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de-DE" sz="1200" dirty="0"/>
                  <a:t>Relaxiere alle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sz="1200" dirty="0"/>
                  <a:t> Kanten in beliebiger Reihenfolge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de-DE" sz="1200" dirty="0"/>
                  <a:t>Wiederhole Schritt 1. genau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de-DE" sz="1200" dirty="0"/>
                  <a:t> mal</a:t>
                </a:r>
              </a:p>
              <a:p>
                <a:r>
                  <a:rPr lang="de-DE" dirty="0"/>
                  <a:t>Man kann zeigen, dass dieses Grundschema den SPT für einen beliebigen katengewichteten Graphen ohne negative </a:t>
                </a:r>
                <a:r>
                  <a:rPr lang="de-DE"/>
                  <a:t>Zyklen findet </a:t>
                </a:r>
                <a:r>
                  <a:rPr lang="de-DE" dirty="0"/>
                  <a:t>(Theoretische Informatik I)</a:t>
                </a:r>
              </a:p>
              <a:p>
                <a:r>
                  <a:rPr lang="de-DE" b="1" dirty="0"/>
                  <a:t>Optimierung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Wenn sich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während des Durchlaufs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1200" dirty="0"/>
                  <a:t> nicht ändert, brauchen wir keine ausgehende Kante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in Durchlauf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de-DE" sz="1200" dirty="0"/>
                  <a:t> relaxen</a:t>
                </a:r>
              </a:p>
              <a:p>
                <a:pPr lvl="1"/>
                <a:r>
                  <a:rPr lang="de-DE" sz="1200" b="1" dirty="0"/>
                  <a:t>Idee</a:t>
                </a:r>
                <a:r>
                  <a:rPr lang="de-DE" sz="1200" dirty="0"/>
                  <a:t>: Eine Warteschlange von Knoten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verwalten, deren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sich verändert hat.</a:t>
                </a:r>
                <a:endParaRPr lang="de-DE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19D597D-7868-EEBF-1B25-E37B54E98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997200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F286136-512A-A1D5-54BB-BD9E6E3E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Bellmann-Ford Algorithmus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178DE-0D5C-A2A3-4819-42CA3959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1218933"/>
            <a:ext cx="2851985" cy="372387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94A910-31D0-DAD5-67B1-E055185C57D1}"/>
              </a:ext>
            </a:extLst>
          </p:cNvPr>
          <p:cNvCxnSpPr>
            <a:cxnSpLocks/>
          </p:cNvCxnSpPr>
          <p:nvPr/>
        </p:nvCxnSpPr>
        <p:spPr bwMode="gray">
          <a:xfrm flipV="1">
            <a:off x="3797301" y="4083918"/>
            <a:ext cx="918715" cy="35079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FCAC7C-6B57-4EF4-FEEC-7AA9C543200B}"/>
              </a:ext>
            </a:extLst>
          </p:cNvPr>
          <p:cNvSpPr txBox="1"/>
          <p:nvPr/>
        </p:nvSpPr>
        <p:spPr bwMode="gray">
          <a:xfrm>
            <a:off x="7452320" y="2641530"/>
            <a:ext cx="1656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hlinkClick r:id="rId4"/>
              </a:rPr>
              <a:t>bellman_ford.h</a:t>
            </a:r>
            <a:endParaRPr lang="en-DE" sz="14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EDE625-28E8-78A5-1D99-41F8D84EB1CC}"/>
              </a:ext>
            </a:extLst>
          </p:cNvPr>
          <p:cNvCxnSpPr>
            <a:cxnSpLocks/>
          </p:cNvCxnSpPr>
          <p:nvPr/>
        </p:nvCxnSpPr>
        <p:spPr bwMode="gray">
          <a:xfrm flipV="1">
            <a:off x="3779912" y="2427734"/>
            <a:ext cx="1224136" cy="18805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A4932D-ACFA-B1C1-7568-A57BD2A1493F}"/>
              </a:ext>
            </a:extLst>
          </p:cNvPr>
          <p:cNvCxnSpPr>
            <a:cxnSpLocks/>
          </p:cNvCxnSpPr>
          <p:nvPr/>
        </p:nvCxnSpPr>
        <p:spPr bwMode="gray">
          <a:xfrm flipV="1">
            <a:off x="4211960" y="4356711"/>
            <a:ext cx="648072" cy="30467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C043C47-C7C9-A747-2E2B-1C81B9684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923" y="1239837"/>
            <a:ext cx="572465" cy="7201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702107-B01D-3A8F-A6EE-CDAFAC7AC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949" y="1239837"/>
            <a:ext cx="601915" cy="7295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2E07F69-0D3B-B50E-D430-98E0DCEEB3F0}"/>
              </a:ext>
            </a:extLst>
          </p:cNvPr>
          <p:cNvSpPr txBox="1"/>
          <p:nvPr/>
        </p:nvSpPr>
        <p:spPr bwMode="gray">
          <a:xfrm>
            <a:off x="7299060" y="1973875"/>
            <a:ext cx="10341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Richard E. </a:t>
            </a:r>
            <a:r>
              <a:rPr lang="en-US" sz="6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Bellmann</a:t>
            </a:r>
            <a:endParaRPr lang="en-US" sz="6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(1920 – </a:t>
            </a:r>
            <a:r>
              <a:rPr lang="de-DE" sz="600" b="1" dirty="0">
                <a:solidFill>
                  <a:srgbClr val="202122"/>
                </a:solidFill>
                <a:latin typeface="Arial" panose="020B0604020202020204" pitchFamily="34" charset="0"/>
              </a:rPr>
              <a:t>1984</a:t>
            </a:r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555E66-7D82-862A-BF0C-92AEC1867921}"/>
              </a:ext>
            </a:extLst>
          </p:cNvPr>
          <p:cNvSpPr txBox="1"/>
          <p:nvPr/>
        </p:nvSpPr>
        <p:spPr bwMode="gray">
          <a:xfrm>
            <a:off x="8218331" y="1973875"/>
            <a:ext cx="10341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solidFill>
                  <a:srgbClr val="202122"/>
                </a:solidFill>
                <a:latin typeface="Arial" panose="020B0604020202020204" pitchFamily="34" charset="0"/>
              </a:rPr>
              <a:t>Lester Randolph Ford</a:t>
            </a:r>
            <a:br>
              <a:rPr lang="en-US" sz="6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(1886 – </a:t>
            </a:r>
            <a:r>
              <a:rPr lang="de-DE" sz="600" b="1" dirty="0">
                <a:solidFill>
                  <a:srgbClr val="202122"/>
                </a:solidFill>
                <a:latin typeface="Arial" panose="020B0604020202020204" pitchFamily="34" charset="0"/>
              </a:rPr>
              <a:t>1967</a:t>
            </a:r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600" dirty="0"/>
          </a:p>
        </p:txBody>
      </p:sp>
    </p:spTree>
    <p:extLst>
      <p:ext uri="{BB962C8B-B14F-4D97-AF65-F5344CB8AC3E}">
        <p14:creationId xmlns:p14="http://schemas.microsoft.com/office/powerpoint/2010/main" val="32698342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1"/>
      <p:bldP spid="22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0987AD-0307-94EE-DB03-E31AA2011DE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069208" cy="3563938"/>
              </a:xfrm>
            </p:spPr>
            <p:txBody>
              <a:bodyPr/>
              <a:lstStyle/>
              <a:p>
                <a:r>
                  <a:rPr lang="de-DE" b="1" dirty="0"/>
                  <a:t>Beobachtung</a:t>
                </a:r>
                <a:r>
                  <a:rPr lang="de-DE" dirty="0"/>
                  <a:t>: Wenn ein Graph einen negativen Zyklus enthält, dann wird der Algorithmus in dieser Schleife hängenbleiben!</a:t>
                </a:r>
              </a:p>
              <a:p>
                <a:endParaRPr lang="de-DE" b="1" dirty="0"/>
              </a:p>
              <a:p>
                <a:r>
                  <a:rPr lang="de-DE" b="1" dirty="0"/>
                  <a:t>Idee</a:t>
                </a:r>
                <a:r>
                  <a:rPr lang="de-DE" dirty="0"/>
                  <a:t>: Überprüfe in regelmäßigen Abständen, oder der SPT als Teilgraph einen Zyklus hat (einfache Tiefensuche!)</a:t>
                </a:r>
              </a:p>
              <a:p>
                <a:endParaRPr lang="de-DE" b="1" dirty="0"/>
              </a:p>
              <a:p>
                <a:r>
                  <a:rPr lang="de-DE" b="1" dirty="0"/>
                  <a:t>Aufwand</a:t>
                </a:r>
                <a:r>
                  <a:rPr lang="de-DE" dirty="0"/>
                  <a:t> von </a:t>
                </a:r>
                <a:r>
                  <a:rPr lang="de-DE" dirty="0" err="1"/>
                  <a:t>Zyklenfindung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0987AD-0307-94EE-DB03-E31AA2011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069208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34AA3BB-0E52-0DD2-CD36-97E50C79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Bellman</a:t>
            </a:r>
            <a:r>
              <a:rPr lang="de-DE" dirty="0"/>
              <a:t>-Ford: Negative Zyklen 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EAC83E2-863D-8A5A-3AFE-A1422320D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173" y="2334554"/>
            <a:ext cx="3284173" cy="258541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2FA0D03A-B3E9-B022-5733-DDA308C15E92}"/>
              </a:ext>
            </a:extLst>
          </p:cNvPr>
          <p:cNvGrpSpPr/>
          <p:nvPr/>
        </p:nvGrpSpPr>
        <p:grpSpPr>
          <a:xfrm>
            <a:off x="5883962" y="1120755"/>
            <a:ext cx="2145169" cy="1162963"/>
            <a:chOff x="5883962" y="1120755"/>
            <a:chExt cx="2145169" cy="116296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F718AD6-D165-417E-12B5-02EF31E3475D}"/>
                </a:ext>
              </a:extLst>
            </p:cNvPr>
            <p:cNvCxnSpPr>
              <a:cxnSpLocks/>
              <a:stCxn id="37" idx="7"/>
              <a:endCxn id="34" idx="2"/>
            </p:cNvCxnSpPr>
            <p:nvPr/>
          </p:nvCxnSpPr>
          <p:spPr bwMode="gray">
            <a:xfrm flipV="1">
              <a:off x="6084168" y="1228767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19B9DDE-16B0-5101-B079-6E4F5680555F}"/>
                </a:ext>
              </a:extLst>
            </p:cNvPr>
            <p:cNvCxnSpPr>
              <a:cxnSpLocks/>
              <a:stCxn id="33" idx="6"/>
              <a:endCxn id="36" idx="2"/>
            </p:cNvCxnSpPr>
            <p:nvPr/>
          </p:nvCxnSpPr>
          <p:spPr bwMode="gray">
            <a:xfrm flipV="1">
              <a:off x="6912137" y="1760438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F94AB70-E098-A171-52DF-98EAC5EEFACC}"/>
                </a:ext>
              </a:extLst>
            </p:cNvPr>
            <p:cNvCxnSpPr>
              <a:cxnSpLocks/>
              <a:stCxn id="34" idx="6"/>
              <a:endCxn id="35" idx="2"/>
            </p:cNvCxnSpPr>
            <p:nvPr/>
          </p:nvCxnSpPr>
          <p:spPr bwMode="gray">
            <a:xfrm>
              <a:off x="6870717" y="1228767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D755B52-39C4-F336-457C-58C2BD3719DB}"/>
                </a:ext>
              </a:extLst>
            </p:cNvPr>
            <p:cNvCxnSpPr>
              <a:cxnSpLocks/>
              <a:stCxn id="37" idx="4"/>
              <a:endCxn id="39" idx="0"/>
            </p:cNvCxnSpPr>
            <p:nvPr/>
          </p:nvCxnSpPr>
          <p:spPr bwMode="gray">
            <a:xfrm flipH="1">
              <a:off x="6000238" y="1482979"/>
              <a:ext cx="7554" cy="562478"/>
            </a:xfrm>
            <a:prstGeom prst="line">
              <a:avLst/>
            </a:prstGeom>
            <a:ln w="19050">
              <a:solidFill>
                <a:srgbClr val="C0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F61B55F-DD96-14B5-60B5-885EC115665D}"/>
                </a:ext>
              </a:extLst>
            </p:cNvPr>
            <p:cNvCxnSpPr>
              <a:cxnSpLocks/>
              <a:stCxn id="40" idx="1"/>
              <a:endCxn id="37" idx="6"/>
            </p:cNvCxnSpPr>
            <p:nvPr/>
          </p:nvCxnSpPr>
          <p:spPr bwMode="gray">
            <a:xfrm flipH="1" flipV="1">
              <a:off x="6115804" y="1374967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4D12B81-9978-CA6F-E70D-29533F14CE6B}"/>
                </a:ext>
              </a:extLst>
            </p:cNvPr>
            <p:cNvCxnSpPr>
              <a:cxnSpLocks/>
              <a:stCxn id="40" idx="3"/>
              <a:endCxn id="39" idx="7"/>
            </p:cNvCxnSpPr>
            <p:nvPr/>
          </p:nvCxnSpPr>
          <p:spPr bwMode="gray">
            <a:xfrm flipH="1">
              <a:off x="6076614" y="1644658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0241830-F863-037A-58A6-9293BC0BA0EC}"/>
                </a:ext>
              </a:extLst>
            </p:cNvPr>
            <p:cNvCxnSpPr>
              <a:cxnSpLocks/>
              <a:stCxn id="36" idx="1"/>
              <a:endCxn id="40" idx="6"/>
            </p:cNvCxnSpPr>
            <p:nvPr/>
          </p:nvCxnSpPr>
          <p:spPr bwMode="gray">
            <a:xfrm flipH="1" flipV="1">
              <a:off x="6610932" y="1568282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96C9569-923A-8EEF-C082-A3212A089FAA}"/>
                </a:ext>
              </a:extLst>
            </p:cNvPr>
            <p:cNvCxnSpPr>
              <a:cxnSpLocks/>
              <a:stCxn id="35" idx="5"/>
              <a:endCxn id="38" idx="0"/>
            </p:cNvCxnSpPr>
            <p:nvPr/>
          </p:nvCxnSpPr>
          <p:spPr bwMode="gray">
            <a:xfrm>
              <a:off x="7358926" y="1391681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78E5CB6-060B-A1BA-EC8E-3C9E2D25A3A3}"/>
                </a:ext>
              </a:extLst>
            </p:cNvPr>
            <p:cNvCxnSpPr>
              <a:cxnSpLocks/>
              <a:stCxn id="38" idx="2"/>
              <a:endCxn id="39" idx="6"/>
            </p:cNvCxnSpPr>
            <p:nvPr/>
          </p:nvCxnSpPr>
          <p:spPr bwMode="gray">
            <a:xfrm flipH="1" flipV="1">
              <a:off x="6108250" y="2153469"/>
              <a:ext cx="1704857" cy="22237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C3234F-7F0F-7F5C-88A0-5D0AD175FCD2}"/>
                </a:ext>
              </a:extLst>
            </p:cNvPr>
            <p:cNvCxnSpPr>
              <a:cxnSpLocks/>
              <a:stCxn id="36" idx="5"/>
              <a:endCxn id="38" idx="1"/>
            </p:cNvCxnSpPr>
            <p:nvPr/>
          </p:nvCxnSpPr>
          <p:spPr bwMode="gray">
            <a:xfrm>
              <a:off x="7372178" y="1836814"/>
              <a:ext cx="472565" cy="262516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924063-7F40-113C-E521-B862C58BF285}"/>
                </a:ext>
              </a:extLst>
            </p:cNvPr>
            <p:cNvCxnSpPr>
              <a:cxnSpLocks/>
              <a:stCxn id="33" idx="5"/>
              <a:endCxn id="38" idx="2"/>
            </p:cNvCxnSpPr>
            <p:nvPr/>
          </p:nvCxnSpPr>
          <p:spPr bwMode="gray">
            <a:xfrm>
              <a:off x="6880501" y="1947167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567DAC-685D-C1BC-6C89-C60FB0A0F993}"/>
                </a:ext>
              </a:extLst>
            </p:cNvPr>
            <p:cNvSpPr/>
            <p:nvPr/>
          </p:nvSpPr>
          <p:spPr bwMode="gray">
            <a:xfrm rot="16200000">
              <a:off x="5780376" y="17613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065008-221D-4DD7-3BC2-3127817B1B35}"/>
                </a:ext>
              </a:extLst>
            </p:cNvPr>
            <p:cNvSpPr/>
            <p:nvPr/>
          </p:nvSpPr>
          <p:spPr bwMode="gray">
            <a:xfrm rot="18496486">
              <a:off x="6079729" y="177213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B14543-8363-34AF-7D52-5B835568A1AE}"/>
                </a:ext>
              </a:extLst>
            </p:cNvPr>
            <p:cNvSpPr/>
            <p:nvPr/>
          </p:nvSpPr>
          <p:spPr bwMode="gray">
            <a:xfrm rot="1069939">
              <a:off x="6150237" y="134838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9877B55-6560-A415-C9B2-38159B7CF796}"/>
                </a:ext>
              </a:extLst>
            </p:cNvPr>
            <p:cNvSpPr/>
            <p:nvPr/>
          </p:nvSpPr>
          <p:spPr bwMode="gray">
            <a:xfrm rot="21114557">
              <a:off x="6189199" y="115142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99823D-7985-45A5-FC2A-050084BE2C0E}"/>
                </a:ext>
              </a:extLst>
            </p:cNvPr>
            <p:cNvSpPr/>
            <p:nvPr/>
          </p:nvSpPr>
          <p:spPr bwMode="gray">
            <a:xfrm rot="20404253">
              <a:off x="6304140" y="194728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5A91D5-2811-63F6-1910-75788B2F49BC}"/>
                </a:ext>
              </a:extLst>
            </p:cNvPr>
            <p:cNvSpPr/>
            <p:nvPr/>
          </p:nvSpPr>
          <p:spPr bwMode="gray">
            <a:xfrm rot="20404253">
              <a:off x="6880959" y="171396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90CF5E-389E-8770-B090-6991FA5BF413}"/>
                </a:ext>
              </a:extLst>
            </p:cNvPr>
            <p:cNvSpPr/>
            <p:nvPr/>
          </p:nvSpPr>
          <p:spPr bwMode="gray">
            <a:xfrm rot="836560">
              <a:off x="6865637" y="117392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91E415B-78DD-8A6E-AE18-30D96960A26A}"/>
                </a:ext>
              </a:extLst>
            </p:cNvPr>
            <p:cNvSpPr/>
            <p:nvPr/>
          </p:nvSpPr>
          <p:spPr bwMode="gray">
            <a:xfrm rot="463785">
              <a:off x="6698672" y="152315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4B42401-4175-3FCC-7304-63840BFBE5F4}"/>
                </a:ext>
              </a:extLst>
            </p:cNvPr>
            <p:cNvSpPr/>
            <p:nvPr/>
          </p:nvSpPr>
          <p:spPr bwMode="gray">
            <a:xfrm rot="1513090">
              <a:off x="7456799" y="186466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20A716-6F08-1619-7C58-B19AB69BC2C0}"/>
                </a:ext>
              </a:extLst>
            </p:cNvPr>
            <p:cNvSpPr/>
            <p:nvPr/>
          </p:nvSpPr>
          <p:spPr bwMode="gray">
            <a:xfrm rot="3170706">
              <a:off x="7536560" y="164872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F2255D-2C80-FA3C-3441-8C5D89628B97}"/>
                </a:ext>
              </a:extLst>
            </p:cNvPr>
            <p:cNvSpPr/>
            <p:nvPr/>
          </p:nvSpPr>
          <p:spPr bwMode="gray">
            <a:xfrm rot="670477">
              <a:off x="7127294" y="195009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43B594F-042C-4EC9-FA8E-5B08A1C2B71D}"/>
                </a:ext>
              </a:extLst>
            </p:cNvPr>
            <p:cNvSpPr/>
            <p:nvPr/>
          </p:nvSpPr>
          <p:spPr bwMode="gray">
            <a:xfrm>
              <a:off x="6716507" y="20858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2966097-9A09-ACAC-5434-7A2B6F368677}"/>
                </a:ext>
              </a:extLst>
            </p:cNvPr>
            <p:cNvCxnSpPr>
              <a:cxnSpLocks/>
              <a:stCxn id="37" idx="5"/>
              <a:endCxn id="39" idx="7"/>
            </p:cNvCxnSpPr>
            <p:nvPr/>
          </p:nvCxnSpPr>
          <p:spPr bwMode="gray">
            <a:xfrm flipH="1">
              <a:off x="6076614" y="1451343"/>
              <a:ext cx="7554" cy="625750"/>
            </a:xfrm>
            <a:prstGeom prst="line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391F09-237F-0779-BA6F-2D38F9E496C9}"/>
                </a:ext>
              </a:extLst>
            </p:cNvPr>
            <p:cNvSpPr/>
            <p:nvPr/>
          </p:nvSpPr>
          <p:spPr bwMode="gray">
            <a:xfrm rot="16200000">
              <a:off x="5979204" y="166602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-0.66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D1633D9-489A-FAC8-96A7-1BE4CAFA6FB6}"/>
                </a:ext>
              </a:extLst>
            </p:cNvPr>
            <p:cNvCxnSpPr>
              <a:cxnSpLocks/>
              <a:stCxn id="40" idx="2"/>
              <a:endCxn id="37" idx="5"/>
            </p:cNvCxnSpPr>
            <p:nvPr/>
          </p:nvCxnSpPr>
          <p:spPr bwMode="gray">
            <a:xfrm flipH="1" flipV="1">
              <a:off x="6084168" y="1451343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6B4765D-8014-1924-BDBC-4EDC8E1916FB}"/>
                </a:ext>
              </a:extLst>
            </p:cNvPr>
            <p:cNvSpPr/>
            <p:nvPr/>
          </p:nvSpPr>
          <p:spPr bwMode="gray">
            <a:xfrm rot="1069939">
              <a:off x="6092728" y="151973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C3F50F9-F4ED-11AF-8075-5238566FD46D}"/>
                </a:ext>
              </a:extLst>
            </p:cNvPr>
            <p:cNvCxnSpPr>
              <a:cxnSpLocks/>
              <a:stCxn id="40" idx="7"/>
              <a:endCxn id="35" idx="3"/>
            </p:cNvCxnSpPr>
            <p:nvPr/>
          </p:nvCxnSpPr>
          <p:spPr bwMode="gray">
            <a:xfrm flipV="1">
              <a:off x="6579296" y="1391681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C110E4C-C57F-1940-CD59-42E3CFA9F464}"/>
                </a:ext>
              </a:extLst>
            </p:cNvPr>
            <p:cNvSpPr/>
            <p:nvPr/>
          </p:nvSpPr>
          <p:spPr bwMode="gray">
            <a:xfrm rot="21198216">
              <a:off x="6697739" y="135662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379B4A2-3E26-52BF-1DA1-7E237818060F}"/>
                </a:ext>
              </a:extLst>
            </p:cNvPr>
            <p:cNvCxnSpPr>
              <a:cxnSpLocks/>
              <a:stCxn id="33" idx="3"/>
              <a:endCxn id="39" idx="6"/>
            </p:cNvCxnSpPr>
            <p:nvPr/>
          </p:nvCxnSpPr>
          <p:spPr bwMode="gray">
            <a:xfrm flipH="1">
              <a:off x="6108250" y="1947167"/>
              <a:ext cx="619499" cy="206302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7AA48E0-FA79-4C2E-F63B-B7586495D9E2}"/>
                </a:ext>
              </a:extLst>
            </p:cNvPr>
            <p:cNvSpPr/>
            <p:nvPr/>
          </p:nvSpPr>
          <p:spPr bwMode="gray">
            <a:xfrm>
              <a:off x="6696113" y="17627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8200556-8D6C-734F-BB0A-3591910D6F25}"/>
                </a:ext>
              </a:extLst>
            </p:cNvPr>
            <p:cNvSpPr/>
            <p:nvPr/>
          </p:nvSpPr>
          <p:spPr bwMode="gray">
            <a:xfrm>
              <a:off x="6654693" y="112075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5B1AD63-F00A-864F-5D72-29992D8CD871}"/>
                </a:ext>
              </a:extLst>
            </p:cNvPr>
            <p:cNvSpPr/>
            <p:nvPr/>
          </p:nvSpPr>
          <p:spPr bwMode="gray">
            <a:xfrm>
              <a:off x="7174538" y="120729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9D7DB86-CBFE-1C0E-971E-21E4E0B4EC6C}"/>
                </a:ext>
              </a:extLst>
            </p:cNvPr>
            <p:cNvSpPr/>
            <p:nvPr/>
          </p:nvSpPr>
          <p:spPr bwMode="gray">
            <a:xfrm>
              <a:off x="7187790" y="165242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5AF8AF0-34DC-5FDA-0F33-2C6BD62AD693}"/>
                </a:ext>
              </a:extLst>
            </p:cNvPr>
            <p:cNvSpPr/>
            <p:nvPr/>
          </p:nvSpPr>
          <p:spPr bwMode="gray">
            <a:xfrm>
              <a:off x="5899780" y="126695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DCD2EFA-6145-6794-4241-8C3AA617E713}"/>
                </a:ext>
              </a:extLst>
            </p:cNvPr>
            <p:cNvSpPr/>
            <p:nvPr/>
          </p:nvSpPr>
          <p:spPr bwMode="gray">
            <a:xfrm>
              <a:off x="7813107" y="206769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0BD02B5-CF5F-4FA3-29D7-E1EDEF41B93B}"/>
                </a:ext>
              </a:extLst>
            </p:cNvPr>
            <p:cNvSpPr/>
            <p:nvPr/>
          </p:nvSpPr>
          <p:spPr bwMode="gray">
            <a:xfrm>
              <a:off x="5892226" y="204545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A3CA74D-F3D2-1B4C-EA7D-AE49C5374A8B}"/>
                </a:ext>
              </a:extLst>
            </p:cNvPr>
            <p:cNvSpPr/>
            <p:nvPr/>
          </p:nvSpPr>
          <p:spPr bwMode="gray">
            <a:xfrm>
              <a:off x="6394908" y="14602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F60AA85-E174-A586-2F2C-2A6B2D4AE4A3}"/>
              </a:ext>
            </a:extLst>
          </p:cNvPr>
          <p:cNvSpPr txBox="1"/>
          <p:nvPr/>
        </p:nvSpPr>
        <p:spPr bwMode="gray">
          <a:xfrm>
            <a:off x="6396204" y="4881610"/>
            <a:ext cx="1656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hlinkClick r:id="rId4"/>
              </a:rPr>
              <a:t>bellman_ford.h</a:t>
            </a:r>
            <a:endParaRPr lang="en-DE" sz="1400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B2862C5-B44E-6614-C71C-F90F0B348F6C}"/>
              </a:ext>
            </a:extLst>
          </p:cNvPr>
          <p:cNvCxnSpPr>
            <a:cxnSpLocks/>
          </p:cNvCxnSpPr>
          <p:nvPr/>
        </p:nvCxnSpPr>
        <p:spPr bwMode="gray">
          <a:xfrm>
            <a:off x="3490021" y="2654664"/>
            <a:ext cx="2488701" cy="70917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B439E2-9196-110D-C8EC-F1B5F3E79AFF}"/>
              </a:ext>
            </a:extLst>
          </p:cNvPr>
          <p:cNvCxnSpPr>
            <a:cxnSpLocks/>
            <a:endCxn id="15" idx="3"/>
          </p:cNvCxnSpPr>
          <p:nvPr/>
        </p:nvCxnSpPr>
        <p:spPr bwMode="gray">
          <a:xfrm flipV="1">
            <a:off x="3328034" y="1657750"/>
            <a:ext cx="2603309" cy="2031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F23962C-5A88-4BED-E8E5-58782BD8758F}"/>
              </a:ext>
            </a:extLst>
          </p:cNvPr>
          <p:cNvCxnSpPr>
            <a:cxnSpLocks/>
          </p:cNvCxnSpPr>
          <p:nvPr/>
        </p:nvCxnSpPr>
        <p:spPr bwMode="gray">
          <a:xfrm>
            <a:off x="3442641" y="3146713"/>
            <a:ext cx="2281487" cy="9998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4175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D84062-2C04-C762-5FF2-A1B97BD7A2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Graphen mit Kantengewichten</a:t>
            </a:r>
          </a:p>
          <a:p>
            <a:pPr lvl="1"/>
            <a:r>
              <a:rPr lang="de-DE" sz="1200" dirty="0"/>
              <a:t>Graphen mit Kantengewichten tauchen in der Praxis häufig auf, auch als Abstraktion für Suchalgorithmen (Künstliche Intelligenz)</a:t>
            </a:r>
          </a:p>
          <a:p>
            <a:pPr lvl="1"/>
            <a:r>
              <a:rPr lang="de-DE" sz="1200" dirty="0"/>
              <a:t>Darstellung über </a:t>
            </a:r>
            <a:r>
              <a:rPr lang="de-DE" sz="1200" dirty="0" err="1"/>
              <a:t>Adjazenslisten</a:t>
            </a:r>
            <a:r>
              <a:rPr lang="de-DE" sz="1200" dirty="0"/>
              <a:t> am effizientesten</a:t>
            </a:r>
          </a:p>
          <a:p>
            <a:r>
              <a:rPr lang="de-DE" b="1" dirty="0"/>
              <a:t>Ungerichtete Graphen: Minimale Spannbäume &amp; </a:t>
            </a:r>
            <a:r>
              <a:rPr lang="de-DE" b="1" dirty="0" err="1"/>
              <a:t>Prim's</a:t>
            </a:r>
            <a:r>
              <a:rPr lang="de-DE" b="1" dirty="0"/>
              <a:t> Algorithmus</a:t>
            </a:r>
          </a:p>
          <a:p>
            <a:pPr lvl="1"/>
            <a:r>
              <a:rPr lang="de-DE" sz="1200" dirty="0"/>
              <a:t>Minimale Spannbäume können über </a:t>
            </a:r>
            <a:r>
              <a:rPr lang="en-US" sz="1200" dirty="0"/>
              <a:t>greedy</a:t>
            </a:r>
            <a:r>
              <a:rPr lang="de-DE" sz="1200" dirty="0"/>
              <a:t> Algorithmen berechnet werden</a:t>
            </a:r>
          </a:p>
          <a:p>
            <a:pPr lvl="1"/>
            <a:r>
              <a:rPr lang="de-DE" sz="1200" dirty="0" err="1"/>
              <a:t>Prim‘s</a:t>
            </a:r>
            <a:r>
              <a:rPr lang="de-DE" sz="1200" dirty="0"/>
              <a:t> Algorithmus kann effizient mit Prioritätswarteschlangen implementiert werden</a:t>
            </a:r>
          </a:p>
          <a:p>
            <a:pPr lvl="1"/>
            <a:r>
              <a:rPr lang="en-US" sz="1200" i="1" dirty="0"/>
              <a:t>Eager </a:t>
            </a:r>
            <a:r>
              <a:rPr lang="de-DE" sz="1200" dirty="0"/>
              <a:t>Prim ist in der Praxis effizienter als </a:t>
            </a:r>
            <a:r>
              <a:rPr lang="en-US" sz="1200" i="1" dirty="0"/>
              <a:t>lazy</a:t>
            </a:r>
            <a:r>
              <a:rPr lang="de-DE" sz="1200" i="1" dirty="0"/>
              <a:t> </a:t>
            </a:r>
            <a:r>
              <a:rPr lang="de-DE" sz="1200" dirty="0"/>
              <a:t>Prim</a:t>
            </a:r>
          </a:p>
          <a:p>
            <a:r>
              <a:rPr lang="de-DE" b="1" dirty="0"/>
              <a:t>Gerichtete Graphen: </a:t>
            </a:r>
            <a:r>
              <a:rPr lang="de-DE" b="1" dirty="0" err="1"/>
              <a:t>Dijkstra's</a:t>
            </a:r>
            <a:r>
              <a:rPr lang="de-DE" b="1" dirty="0"/>
              <a:t> &amp; Bellmann-Ford Algorithmus</a:t>
            </a:r>
          </a:p>
          <a:p>
            <a:pPr lvl="1"/>
            <a:r>
              <a:rPr lang="de-DE" sz="1200" dirty="0"/>
              <a:t>Kürzeste Pfad können effizient in einem Kürzeste-Pfade-Baum gespeichert werden</a:t>
            </a:r>
          </a:p>
          <a:p>
            <a:pPr lvl="1"/>
            <a:r>
              <a:rPr lang="de-DE" sz="1200" dirty="0"/>
              <a:t>Kürzeste-Pfade-Baum und Minimale Spannbäume sind sehr ähnlich</a:t>
            </a:r>
          </a:p>
          <a:p>
            <a:pPr lvl="1"/>
            <a:r>
              <a:rPr lang="de-DE" sz="1200" dirty="0" err="1"/>
              <a:t>Prim‘s</a:t>
            </a:r>
            <a:r>
              <a:rPr lang="de-DE" sz="1200" dirty="0"/>
              <a:t> und </a:t>
            </a:r>
            <a:r>
              <a:rPr lang="de-DE" sz="1200" dirty="0" err="1"/>
              <a:t>Djistra‘s</a:t>
            </a:r>
            <a:r>
              <a:rPr lang="de-DE" sz="1200" dirty="0"/>
              <a:t> Algorithmus sind fast äquivalent!</a:t>
            </a:r>
          </a:p>
          <a:p>
            <a:pPr lvl="1"/>
            <a:r>
              <a:rPr lang="de-DE" sz="1200" dirty="0"/>
              <a:t>Bellmann-Ford mit Warteschlangen ist generischer und fast so effizient wie </a:t>
            </a:r>
            <a:r>
              <a:rPr lang="de-DE" sz="1200" dirty="0" err="1"/>
              <a:t>Djikstra</a:t>
            </a:r>
            <a:r>
              <a:rPr lang="de-DE" sz="120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D04735-278E-1C84-4D75-66467704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21664276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11373</TotalTime>
  <Words>2835</Words>
  <Application>Microsoft Macintosh PowerPoint</Application>
  <PresentationFormat>On-screen Show (16:9)</PresentationFormat>
  <Paragraphs>1255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Graphen mit Kantengewichten</vt:lpstr>
      <vt:lpstr>Adjazenzlistenrepräsentation</vt:lpstr>
      <vt:lpstr>Überblick</vt:lpstr>
      <vt:lpstr>Spannbaum</vt:lpstr>
      <vt:lpstr>Minimaler Spannbaum (minimal spanning tree (MST))</vt:lpstr>
      <vt:lpstr>Schnitteigenschaft (cut property)</vt:lpstr>
      <vt:lpstr>Überblick</vt:lpstr>
      <vt:lpstr>Greedy Algorithmus</vt:lpstr>
      <vt:lpstr>Prim’s Algorithmus (1957)</vt:lpstr>
      <vt:lpstr>Prim’s Algorithmus</vt:lpstr>
      <vt:lpstr>Überblick</vt:lpstr>
      <vt:lpstr>Kürzeste Pfade in einem kantengewichteten Digraphen</vt:lpstr>
      <vt:lpstr>Kürzeste-Pfade-Baum (shortest-path-tree (SPT))</vt:lpstr>
      <vt:lpstr>Kantenrelaxation (edge relaxation)</vt:lpstr>
      <vt:lpstr>Überblick</vt:lpstr>
      <vt:lpstr>Dijkstra's Algorithmus</vt:lpstr>
      <vt:lpstr>Dijkstra's Algorithmus Implementierung</vt:lpstr>
      <vt:lpstr>Dijkstra’s &amp; Prim’s Algorithmus</vt:lpstr>
      <vt:lpstr>Überblick</vt:lpstr>
      <vt:lpstr>Negative Kantengewichte und Zyklen</vt:lpstr>
      <vt:lpstr>Bellmann-Ford Algorithmus</vt:lpstr>
      <vt:lpstr>Bellman-Ford: Negative Zyklen 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176</cp:revision>
  <cp:lastPrinted>2014-05-07T12:19:03Z</cp:lastPrinted>
  <dcterms:created xsi:type="dcterms:W3CDTF">2022-08-10T08:10:37Z</dcterms:created>
  <dcterms:modified xsi:type="dcterms:W3CDTF">2024-06-25T18:58:27Z</dcterms:modified>
</cp:coreProperties>
</file>